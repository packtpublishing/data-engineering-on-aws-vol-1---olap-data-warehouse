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3"/>
  </p:notesMasterIdLst>
  <p:sldIdLst>
    <p:sldId id="309" r:id="rId5"/>
    <p:sldId id="311" r:id="rId6"/>
    <p:sldId id="312" r:id="rId7"/>
    <p:sldId id="313" r:id="rId8"/>
    <p:sldId id="319" r:id="rId9"/>
    <p:sldId id="320" r:id="rId10"/>
    <p:sldId id="314" r:id="rId11"/>
    <p:sldId id="29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93"/>
    <a:srgbClr val="FFFFFF"/>
    <a:srgbClr val="6DA5DC"/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27102A9-8310-4765-A935-A1911B00CA55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6" autoAdjust="0"/>
    <p:restoredTop sz="94726" autoAdjust="0"/>
  </p:normalViewPr>
  <p:slideViewPr>
    <p:cSldViewPr snapToGrid="0">
      <p:cViewPr varScale="1">
        <p:scale>
          <a:sx n="106" d="100"/>
          <a:sy n="106" d="100"/>
        </p:scale>
        <p:origin x="10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A0533-A760-432F-87BD-515264C2976F}" type="datetimeFigureOut">
              <a:rPr lang="en-US" smtClean="0"/>
              <a:t>6/9/25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46F2B-1084-40BA-9F0A-B1F6847335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076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46F2B-1084-40BA-9F0A-B1F6847335C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144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2042159"/>
            <a:ext cx="6421121" cy="4358641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0" i="0" spc="0" baseline="0">
                <a:solidFill>
                  <a:schemeClr val="bg1"/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4FA5E09-BD6C-1A5B-0586-4CC9CBCFCE4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223760" y="457200"/>
            <a:ext cx="4572000" cy="5943600"/>
          </a:xfrm>
          <a:prstGeom prst="roundRect">
            <a:avLst>
              <a:gd name="adj" fmla="val 9214"/>
            </a:avLst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9FE06712-2FA9-0215-EE17-4D43F700D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7814933">
            <a:off x="634498" y="412774"/>
            <a:ext cx="589385" cy="914400"/>
          </a:xfrm>
          <a:custGeom>
            <a:avLst/>
            <a:gdLst>
              <a:gd name="connsiteX0" fmla="*/ 688633 w 775111"/>
              <a:gd name="connsiteY0" fmla="*/ 614160 h 1202547"/>
              <a:gd name="connsiteX1" fmla="*/ 422295 w 775111"/>
              <a:gd name="connsiteY1" fmla="*/ 790934 h 1202547"/>
              <a:gd name="connsiteX2" fmla="*/ 434065 w 775111"/>
              <a:gd name="connsiteY2" fmla="*/ 627551 h 1202547"/>
              <a:gd name="connsiteX3" fmla="*/ 432291 w 775111"/>
              <a:gd name="connsiteY3" fmla="*/ 598155 h 1202547"/>
              <a:gd name="connsiteX4" fmla="*/ 653033 w 775111"/>
              <a:gd name="connsiteY4" fmla="*/ 522868 h 1202547"/>
              <a:gd name="connsiteX5" fmla="*/ 775111 w 775111"/>
              <a:gd name="connsiteY5" fmla="*/ 340522 h 1202547"/>
              <a:gd name="connsiteX6" fmla="*/ 753899 w 775111"/>
              <a:gd name="connsiteY6" fmla="*/ 286973 h 1202547"/>
              <a:gd name="connsiteX7" fmla="*/ 706962 w 775111"/>
              <a:gd name="connsiteY7" fmla="*/ 291854 h 1202547"/>
              <a:gd name="connsiteX8" fmla="*/ 559361 w 775111"/>
              <a:gd name="connsiteY8" fmla="*/ 395773 h 1202547"/>
              <a:gd name="connsiteX9" fmla="*/ 431596 w 775111"/>
              <a:gd name="connsiteY9" fmla="*/ 586634 h 1202547"/>
              <a:gd name="connsiteX10" fmla="*/ 415886 w 775111"/>
              <a:gd name="connsiteY10" fmla="*/ 326230 h 1202547"/>
              <a:gd name="connsiteX11" fmla="*/ 505124 w 775111"/>
              <a:gd name="connsiteY11" fmla="*/ 279222 h 1202547"/>
              <a:gd name="connsiteX12" fmla="*/ 650865 w 775111"/>
              <a:gd name="connsiteY12" fmla="*/ 142733 h 1202547"/>
              <a:gd name="connsiteX13" fmla="*/ 648013 w 775111"/>
              <a:gd name="connsiteY13" fmla="*/ 43638 h 1202547"/>
              <a:gd name="connsiteX14" fmla="*/ 561028 w 775111"/>
              <a:gd name="connsiteY14" fmla="*/ 8081 h 1202547"/>
              <a:gd name="connsiteX15" fmla="*/ 446920 w 775111"/>
              <a:gd name="connsiteY15" fmla="*/ 106919 h 1202547"/>
              <a:gd name="connsiteX16" fmla="*/ 375556 w 775111"/>
              <a:gd name="connsiteY16" fmla="*/ 306530 h 1202547"/>
              <a:gd name="connsiteX17" fmla="*/ 266719 w 775111"/>
              <a:gd name="connsiteY17" fmla="*/ 50476 h 1202547"/>
              <a:gd name="connsiteX18" fmla="*/ 142006 w 775111"/>
              <a:gd name="connsiteY18" fmla="*/ 2343 h 1202547"/>
              <a:gd name="connsiteX19" fmla="*/ 94252 w 775111"/>
              <a:gd name="connsiteY19" fmla="*/ 72387 h 1202547"/>
              <a:gd name="connsiteX20" fmla="*/ 160383 w 775111"/>
              <a:gd name="connsiteY20" fmla="*/ 187916 h 1202547"/>
              <a:gd name="connsiteX21" fmla="*/ 347098 w 775111"/>
              <a:gd name="connsiteY21" fmla="*/ 321457 h 1202547"/>
              <a:gd name="connsiteX22" fmla="*/ 365791 w 775111"/>
              <a:gd name="connsiteY22" fmla="*/ 587571 h 1202547"/>
              <a:gd name="connsiteX23" fmla="*/ 213157 w 775111"/>
              <a:gd name="connsiteY23" fmla="*/ 371515 h 1202547"/>
              <a:gd name="connsiteX24" fmla="*/ 134428 w 775111"/>
              <a:gd name="connsiteY24" fmla="*/ 338284 h 1202547"/>
              <a:gd name="connsiteX25" fmla="*/ 15913 w 775111"/>
              <a:gd name="connsiteY25" fmla="*/ 360828 h 1202547"/>
              <a:gd name="connsiteX26" fmla="*/ 4495 w 775111"/>
              <a:gd name="connsiteY26" fmla="*/ 427319 h 1202547"/>
              <a:gd name="connsiteX27" fmla="*/ 367374 w 775111"/>
              <a:gd name="connsiteY27" fmla="*/ 610741 h 1202547"/>
              <a:gd name="connsiteX28" fmla="*/ 368561 w 775111"/>
              <a:gd name="connsiteY28" fmla="*/ 628825 h 1202547"/>
              <a:gd name="connsiteX29" fmla="*/ 367788 w 775111"/>
              <a:gd name="connsiteY29" fmla="*/ 774822 h 1202547"/>
              <a:gd name="connsiteX30" fmla="*/ 364001 w 775111"/>
              <a:gd name="connsiteY30" fmla="*/ 790027 h 1202547"/>
              <a:gd name="connsiteX31" fmla="*/ 204562 w 775111"/>
              <a:gd name="connsiteY31" fmla="*/ 669543 h 1202547"/>
              <a:gd name="connsiteX32" fmla="*/ 99599 w 775111"/>
              <a:gd name="connsiteY32" fmla="*/ 643413 h 1202547"/>
              <a:gd name="connsiteX33" fmla="*/ 38341 w 775111"/>
              <a:gd name="connsiteY33" fmla="*/ 659663 h 1202547"/>
              <a:gd name="connsiteX34" fmla="*/ 49173 w 775111"/>
              <a:gd name="connsiteY34" fmla="*/ 749925 h 1202547"/>
              <a:gd name="connsiteX35" fmla="*/ 360326 w 775111"/>
              <a:gd name="connsiteY35" fmla="*/ 804865 h 1202547"/>
              <a:gd name="connsiteX36" fmla="*/ 313534 w 775111"/>
              <a:gd name="connsiteY36" fmla="*/ 1000121 h 1202547"/>
              <a:gd name="connsiteX37" fmla="*/ 153574 w 775111"/>
              <a:gd name="connsiteY37" fmla="*/ 895805 h 1202547"/>
              <a:gd name="connsiteX38" fmla="*/ 100486 w 775111"/>
              <a:gd name="connsiteY38" fmla="*/ 893171 h 1202547"/>
              <a:gd name="connsiteX39" fmla="*/ 79835 w 775111"/>
              <a:gd name="connsiteY39" fmla="*/ 983290 h 1202547"/>
              <a:gd name="connsiteX40" fmla="*/ 84107 w 775111"/>
              <a:gd name="connsiteY40" fmla="*/ 985685 h 1202547"/>
              <a:gd name="connsiteX41" fmla="*/ 220927 w 775111"/>
              <a:gd name="connsiteY41" fmla="*/ 1018771 h 1202547"/>
              <a:gd name="connsiteX42" fmla="*/ 310049 w 775111"/>
              <a:gd name="connsiteY42" fmla="*/ 1015306 h 1202547"/>
              <a:gd name="connsiteX43" fmla="*/ 276672 w 775111"/>
              <a:gd name="connsiteY43" fmla="*/ 1202541 h 1202547"/>
              <a:gd name="connsiteX44" fmla="*/ 393159 w 775111"/>
              <a:gd name="connsiteY44" fmla="*/ 1202546 h 1202547"/>
              <a:gd name="connsiteX45" fmla="*/ 406163 w 775111"/>
              <a:gd name="connsiteY45" fmla="*/ 1014883 h 1202547"/>
              <a:gd name="connsiteX46" fmla="*/ 641984 w 775111"/>
              <a:gd name="connsiteY46" fmla="*/ 985685 h 1202547"/>
              <a:gd name="connsiteX47" fmla="*/ 646260 w 775111"/>
              <a:gd name="connsiteY47" fmla="*/ 983290 h 1202547"/>
              <a:gd name="connsiteX48" fmla="*/ 625605 w 775111"/>
              <a:gd name="connsiteY48" fmla="*/ 893171 h 1202547"/>
              <a:gd name="connsiteX49" fmla="*/ 572518 w 775111"/>
              <a:gd name="connsiteY49" fmla="*/ 895805 h 1202547"/>
              <a:gd name="connsiteX50" fmla="*/ 406884 w 775111"/>
              <a:gd name="connsiteY50" fmla="*/ 1004870 h 1202547"/>
              <a:gd name="connsiteX51" fmla="*/ 421397 w 775111"/>
              <a:gd name="connsiteY51" fmla="*/ 803403 h 1202547"/>
              <a:gd name="connsiteX52" fmla="*/ 606364 w 775111"/>
              <a:gd name="connsiteY52" fmla="*/ 793201 h 1202547"/>
              <a:gd name="connsiteX53" fmla="*/ 761767 w 775111"/>
              <a:gd name="connsiteY53" fmla="*/ 722715 h 1202547"/>
              <a:gd name="connsiteX54" fmla="*/ 688633 w 775111"/>
              <a:gd name="connsiteY54" fmla="*/ 614160 h 1202547"/>
              <a:gd name="connsiteX55" fmla="*/ 688633 w 775111"/>
              <a:gd name="connsiteY55" fmla="*/ 614160 h 120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75111" h="1202547">
                <a:moveTo>
                  <a:pt x="688633" y="614160"/>
                </a:moveTo>
                <a:cubicBezTo>
                  <a:pt x="589814" y="619072"/>
                  <a:pt x="462599" y="744763"/>
                  <a:pt x="422295" y="790934"/>
                </a:cubicBezTo>
                <a:lnTo>
                  <a:pt x="434065" y="627551"/>
                </a:lnTo>
                <a:lnTo>
                  <a:pt x="432291" y="598155"/>
                </a:lnTo>
                <a:cubicBezTo>
                  <a:pt x="465796" y="587469"/>
                  <a:pt x="603072" y="543413"/>
                  <a:pt x="653033" y="522868"/>
                </a:cubicBezTo>
                <a:cubicBezTo>
                  <a:pt x="710128" y="499398"/>
                  <a:pt x="774867" y="400385"/>
                  <a:pt x="775111" y="340522"/>
                </a:cubicBezTo>
                <a:cubicBezTo>
                  <a:pt x="775237" y="308322"/>
                  <a:pt x="764163" y="293653"/>
                  <a:pt x="753899" y="286973"/>
                </a:cubicBezTo>
                <a:cubicBezTo>
                  <a:pt x="745079" y="281234"/>
                  <a:pt x="734947" y="280762"/>
                  <a:pt x="706962" y="291854"/>
                </a:cubicBezTo>
                <a:cubicBezTo>
                  <a:pt x="672244" y="306096"/>
                  <a:pt x="612885" y="336852"/>
                  <a:pt x="559361" y="395773"/>
                </a:cubicBezTo>
                <a:cubicBezTo>
                  <a:pt x="494622" y="467036"/>
                  <a:pt x="448223" y="553487"/>
                  <a:pt x="431596" y="586634"/>
                </a:cubicBezTo>
                <a:lnTo>
                  <a:pt x="415886" y="326230"/>
                </a:lnTo>
                <a:cubicBezTo>
                  <a:pt x="448491" y="308610"/>
                  <a:pt x="487236" y="287904"/>
                  <a:pt x="505124" y="279222"/>
                </a:cubicBezTo>
                <a:cubicBezTo>
                  <a:pt x="539011" y="262772"/>
                  <a:pt x="614789" y="200079"/>
                  <a:pt x="650865" y="142733"/>
                </a:cubicBezTo>
                <a:cubicBezTo>
                  <a:pt x="670258" y="111900"/>
                  <a:pt x="660855" y="73008"/>
                  <a:pt x="648013" y="43638"/>
                </a:cubicBezTo>
                <a:cubicBezTo>
                  <a:pt x="636969" y="18383"/>
                  <a:pt x="611502" y="0"/>
                  <a:pt x="561028" y="8081"/>
                </a:cubicBezTo>
                <a:cubicBezTo>
                  <a:pt x="536868" y="14946"/>
                  <a:pt x="483654" y="26614"/>
                  <a:pt x="446920" y="106919"/>
                </a:cubicBezTo>
                <a:cubicBezTo>
                  <a:pt x="417222" y="166895"/>
                  <a:pt x="390645" y="253065"/>
                  <a:pt x="375556" y="306530"/>
                </a:cubicBezTo>
                <a:cubicBezTo>
                  <a:pt x="367470" y="244477"/>
                  <a:pt x="342339" y="120846"/>
                  <a:pt x="266719" y="50476"/>
                </a:cubicBezTo>
                <a:cubicBezTo>
                  <a:pt x="213389" y="849"/>
                  <a:pt x="170811" y="-4346"/>
                  <a:pt x="142006" y="2343"/>
                </a:cubicBezTo>
                <a:cubicBezTo>
                  <a:pt x="114719" y="8681"/>
                  <a:pt x="94672" y="22438"/>
                  <a:pt x="94252" y="72387"/>
                </a:cubicBezTo>
                <a:cubicBezTo>
                  <a:pt x="95747" y="105616"/>
                  <a:pt x="109010" y="150770"/>
                  <a:pt x="160383" y="187916"/>
                </a:cubicBezTo>
                <a:cubicBezTo>
                  <a:pt x="203200" y="218876"/>
                  <a:pt x="297409" y="286057"/>
                  <a:pt x="347098" y="321457"/>
                </a:cubicBezTo>
                <a:cubicBezTo>
                  <a:pt x="350491" y="369359"/>
                  <a:pt x="360722" y="513971"/>
                  <a:pt x="365791" y="587571"/>
                </a:cubicBezTo>
                <a:cubicBezTo>
                  <a:pt x="336430" y="533176"/>
                  <a:pt x="264993" y="407542"/>
                  <a:pt x="213157" y="371515"/>
                </a:cubicBezTo>
                <a:cubicBezTo>
                  <a:pt x="189223" y="354880"/>
                  <a:pt x="160908" y="344612"/>
                  <a:pt x="134428" y="338284"/>
                </a:cubicBezTo>
                <a:cubicBezTo>
                  <a:pt x="87043" y="326959"/>
                  <a:pt x="46786" y="326081"/>
                  <a:pt x="15913" y="360828"/>
                </a:cubicBezTo>
                <a:cubicBezTo>
                  <a:pt x="3472" y="379252"/>
                  <a:pt x="-5958" y="403346"/>
                  <a:pt x="4495" y="427319"/>
                </a:cubicBezTo>
                <a:cubicBezTo>
                  <a:pt x="54369" y="541701"/>
                  <a:pt x="309232" y="599036"/>
                  <a:pt x="367374" y="610741"/>
                </a:cubicBezTo>
                <a:cubicBezTo>
                  <a:pt x="367946" y="619209"/>
                  <a:pt x="368358" y="625472"/>
                  <a:pt x="368561" y="628825"/>
                </a:cubicBezTo>
                <a:cubicBezTo>
                  <a:pt x="370482" y="660662"/>
                  <a:pt x="367788" y="774822"/>
                  <a:pt x="367788" y="774822"/>
                </a:cubicBezTo>
                <a:cubicBezTo>
                  <a:pt x="367788" y="774822"/>
                  <a:pt x="366408" y="780330"/>
                  <a:pt x="364001" y="790027"/>
                </a:cubicBezTo>
                <a:cubicBezTo>
                  <a:pt x="329186" y="758093"/>
                  <a:pt x="243707" y="682180"/>
                  <a:pt x="204562" y="669543"/>
                </a:cubicBezTo>
                <a:cubicBezTo>
                  <a:pt x="172915" y="659327"/>
                  <a:pt x="131452" y="648478"/>
                  <a:pt x="99599" y="643413"/>
                </a:cubicBezTo>
                <a:cubicBezTo>
                  <a:pt x="81325" y="640509"/>
                  <a:pt x="55686" y="634766"/>
                  <a:pt x="38341" y="659663"/>
                </a:cubicBezTo>
                <a:cubicBezTo>
                  <a:pt x="22688" y="684519"/>
                  <a:pt x="14697" y="728193"/>
                  <a:pt x="49173" y="749925"/>
                </a:cubicBezTo>
                <a:cubicBezTo>
                  <a:pt x="91636" y="776697"/>
                  <a:pt x="292127" y="803377"/>
                  <a:pt x="360326" y="804865"/>
                </a:cubicBezTo>
                <a:cubicBezTo>
                  <a:pt x="350120" y="846180"/>
                  <a:pt x="331066" y="924096"/>
                  <a:pt x="313534" y="1000121"/>
                </a:cubicBezTo>
                <a:cubicBezTo>
                  <a:pt x="278443" y="970898"/>
                  <a:pt x="197109" y="906134"/>
                  <a:pt x="153574" y="895805"/>
                </a:cubicBezTo>
                <a:cubicBezTo>
                  <a:pt x="134361" y="891245"/>
                  <a:pt x="116152" y="891219"/>
                  <a:pt x="100486" y="893171"/>
                </a:cubicBezTo>
                <a:cubicBezTo>
                  <a:pt x="55677" y="898745"/>
                  <a:pt x="41311" y="959540"/>
                  <a:pt x="79835" y="983290"/>
                </a:cubicBezTo>
                <a:cubicBezTo>
                  <a:pt x="81199" y="984131"/>
                  <a:pt x="82622" y="984931"/>
                  <a:pt x="84107" y="985685"/>
                </a:cubicBezTo>
                <a:cubicBezTo>
                  <a:pt x="125680" y="1006832"/>
                  <a:pt x="194112" y="1019484"/>
                  <a:pt x="220927" y="1018771"/>
                </a:cubicBezTo>
                <a:cubicBezTo>
                  <a:pt x="239281" y="1018276"/>
                  <a:pt x="283785" y="1016427"/>
                  <a:pt x="310049" y="1015306"/>
                </a:cubicBezTo>
                <a:cubicBezTo>
                  <a:pt x="287686" y="1113140"/>
                  <a:pt x="269049" y="1203433"/>
                  <a:pt x="276672" y="1202541"/>
                </a:cubicBezTo>
                <a:cubicBezTo>
                  <a:pt x="294363" y="1201807"/>
                  <a:pt x="393159" y="1202546"/>
                  <a:pt x="393159" y="1202546"/>
                </a:cubicBezTo>
                <a:lnTo>
                  <a:pt x="406163" y="1014883"/>
                </a:lnTo>
                <a:cubicBezTo>
                  <a:pt x="501071" y="1033843"/>
                  <a:pt x="600412" y="1006832"/>
                  <a:pt x="641984" y="985685"/>
                </a:cubicBezTo>
                <a:cubicBezTo>
                  <a:pt x="643468" y="984931"/>
                  <a:pt x="644892" y="984131"/>
                  <a:pt x="646260" y="983290"/>
                </a:cubicBezTo>
                <a:cubicBezTo>
                  <a:pt x="684782" y="959540"/>
                  <a:pt x="670415" y="898745"/>
                  <a:pt x="625605" y="893171"/>
                </a:cubicBezTo>
                <a:cubicBezTo>
                  <a:pt x="609941" y="891219"/>
                  <a:pt x="591729" y="891245"/>
                  <a:pt x="572518" y="895805"/>
                </a:cubicBezTo>
                <a:cubicBezTo>
                  <a:pt x="526447" y="906735"/>
                  <a:pt x="438009" y="978654"/>
                  <a:pt x="406884" y="1004870"/>
                </a:cubicBezTo>
                <a:lnTo>
                  <a:pt x="421397" y="803403"/>
                </a:lnTo>
                <a:cubicBezTo>
                  <a:pt x="454162" y="802888"/>
                  <a:pt x="562832" y="800646"/>
                  <a:pt x="606364" y="793201"/>
                </a:cubicBezTo>
                <a:cubicBezTo>
                  <a:pt x="690396" y="778832"/>
                  <a:pt x="730407" y="763601"/>
                  <a:pt x="761767" y="722715"/>
                </a:cubicBezTo>
                <a:cubicBezTo>
                  <a:pt x="783115" y="694873"/>
                  <a:pt x="744947" y="611357"/>
                  <a:pt x="688633" y="614160"/>
                </a:cubicBezTo>
                <a:lnTo>
                  <a:pt x="688633" y="61416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3021" y="457200"/>
            <a:ext cx="5484855" cy="2184400"/>
          </a:xfrm>
        </p:spPr>
        <p:txBody>
          <a:bodyPr lIns="0" tIns="0" rIns="0" bIns="0" anchor="t" anchorCtr="0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FC24187-20DB-C6E6-5614-050D11532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6CC7DD9-B902-41D1-40BC-0599B0535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A7940FF-19BA-CCFA-DACF-D2577C8011A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1280160" y="457200"/>
            <a:ext cx="4572000" cy="5943600"/>
          </a:xfrm>
          <a:prstGeom prst="roundRect">
            <a:avLst>
              <a:gd name="adj" fmla="val 9214"/>
            </a:avLst>
          </a:prstGeo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465" y="2743200"/>
            <a:ext cx="5484855" cy="3657600"/>
          </a:xfrm>
          <a:prstGeom prst="roundRect">
            <a:avLst>
              <a:gd name="adj" fmla="val 1190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228600" tIns="0" rIns="0" bIns="0" anchor="ctr" anchorCtr="0">
            <a:noAutofit/>
          </a:bodyPr>
          <a:lstStyle>
            <a:lvl1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50000"/>
              </a:lnSpc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4196081"/>
            <a:ext cx="5486400" cy="2204720"/>
          </a:xfrm>
        </p:spPr>
        <p:txBody>
          <a:bodyPr lIns="0" tIns="0" rIns="0" bIns="0" anchor="b" anchorCtr="0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FC24187-20DB-C6E6-5614-050D11532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6CC7DD9-B902-41D1-40BC-0599B0535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80160" y="457201"/>
            <a:ext cx="5486400" cy="3657600"/>
          </a:xfrm>
          <a:prstGeom prst="roundRect">
            <a:avLst>
              <a:gd name="adj" fmla="val 10238"/>
            </a:avLst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10000"/>
              </a:lnSpc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1pPr>
            <a:lvl2pPr marL="411480" indent="0">
              <a:lnSpc>
                <a:spcPct val="110000"/>
              </a:lnSpc>
              <a:buClr>
                <a:schemeClr val="accent3">
                  <a:lumMod val="75000"/>
                </a:schemeClr>
              </a:buClr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2pPr>
            <a:lvl3pPr marL="868680" indent="0">
              <a:lnSpc>
                <a:spcPct val="110000"/>
              </a:lnSpc>
              <a:buClr>
                <a:schemeClr val="accent3">
                  <a:lumMod val="75000"/>
                </a:schemeClr>
              </a:buClr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3pPr>
            <a:lvl4pPr marL="1325880" indent="0">
              <a:lnSpc>
                <a:spcPct val="110000"/>
              </a:lnSpc>
              <a:buClr>
                <a:schemeClr val="accent3">
                  <a:lumMod val="75000"/>
                </a:schemeClr>
              </a:buClr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4pPr>
            <a:lvl5pPr marL="1783080" indent="0">
              <a:lnSpc>
                <a:spcPct val="110000"/>
              </a:lnSpc>
              <a:buClr>
                <a:schemeClr val="accent3">
                  <a:lumMod val="75000"/>
                </a:schemeClr>
              </a:buClr>
              <a:buNone/>
              <a:defRPr sz="1800" cap="none" spc="0" baseline="0">
                <a:solidFill>
                  <a:schemeClr val="accent3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8A2B7A8-FA7E-0D94-B5AC-687088C7F1FB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223760" y="457200"/>
            <a:ext cx="4572000" cy="5943600"/>
          </a:xfrm>
          <a:prstGeom prst="roundRect">
            <a:avLst>
              <a:gd name="adj" fmla="val 9214"/>
            </a:avLst>
          </a:prstGeom>
          <a:ln w="28575"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3751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809460"/>
            <a:ext cx="10515600" cy="3200400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0" i="0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914400"/>
            <a:ext cx="5943600" cy="18288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19CA409-5A19-24AF-D8B3-DF00B9615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199" y="457200"/>
            <a:ext cx="11277601" cy="5943600"/>
          </a:xfrm>
          <a:prstGeom prst="roundRect">
            <a:avLst>
              <a:gd name="adj" fmla="val 7079"/>
            </a:avLst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" panose="02000503020000020003" pitchFamily="2" charset="0"/>
            </a:endParaRPr>
          </a:p>
        </p:txBody>
      </p:sp>
      <p:sp>
        <p:nvSpPr>
          <p:cNvPr id="9" name="Graphic 3">
            <a:extLst>
              <a:ext uri="{FF2B5EF4-FFF2-40B4-BE49-F238E27FC236}">
                <a16:creationId xmlns:a16="http://schemas.microsoft.com/office/drawing/2014/main" id="{2C991B9B-B377-E1F5-7D66-13D0618D7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3785067" flipH="1">
            <a:off x="10595949" y="757332"/>
            <a:ext cx="589385" cy="914400"/>
          </a:xfrm>
          <a:custGeom>
            <a:avLst/>
            <a:gdLst>
              <a:gd name="connsiteX0" fmla="*/ 688633 w 775111"/>
              <a:gd name="connsiteY0" fmla="*/ 614160 h 1202547"/>
              <a:gd name="connsiteX1" fmla="*/ 422295 w 775111"/>
              <a:gd name="connsiteY1" fmla="*/ 790934 h 1202547"/>
              <a:gd name="connsiteX2" fmla="*/ 434065 w 775111"/>
              <a:gd name="connsiteY2" fmla="*/ 627551 h 1202547"/>
              <a:gd name="connsiteX3" fmla="*/ 432291 w 775111"/>
              <a:gd name="connsiteY3" fmla="*/ 598155 h 1202547"/>
              <a:gd name="connsiteX4" fmla="*/ 653033 w 775111"/>
              <a:gd name="connsiteY4" fmla="*/ 522868 h 1202547"/>
              <a:gd name="connsiteX5" fmla="*/ 775111 w 775111"/>
              <a:gd name="connsiteY5" fmla="*/ 340522 h 1202547"/>
              <a:gd name="connsiteX6" fmla="*/ 753899 w 775111"/>
              <a:gd name="connsiteY6" fmla="*/ 286973 h 1202547"/>
              <a:gd name="connsiteX7" fmla="*/ 706962 w 775111"/>
              <a:gd name="connsiteY7" fmla="*/ 291854 h 1202547"/>
              <a:gd name="connsiteX8" fmla="*/ 559361 w 775111"/>
              <a:gd name="connsiteY8" fmla="*/ 395773 h 1202547"/>
              <a:gd name="connsiteX9" fmla="*/ 431596 w 775111"/>
              <a:gd name="connsiteY9" fmla="*/ 586634 h 1202547"/>
              <a:gd name="connsiteX10" fmla="*/ 415886 w 775111"/>
              <a:gd name="connsiteY10" fmla="*/ 326230 h 1202547"/>
              <a:gd name="connsiteX11" fmla="*/ 505124 w 775111"/>
              <a:gd name="connsiteY11" fmla="*/ 279222 h 1202547"/>
              <a:gd name="connsiteX12" fmla="*/ 650865 w 775111"/>
              <a:gd name="connsiteY12" fmla="*/ 142733 h 1202547"/>
              <a:gd name="connsiteX13" fmla="*/ 648013 w 775111"/>
              <a:gd name="connsiteY13" fmla="*/ 43638 h 1202547"/>
              <a:gd name="connsiteX14" fmla="*/ 561028 w 775111"/>
              <a:gd name="connsiteY14" fmla="*/ 8081 h 1202547"/>
              <a:gd name="connsiteX15" fmla="*/ 446920 w 775111"/>
              <a:gd name="connsiteY15" fmla="*/ 106919 h 1202547"/>
              <a:gd name="connsiteX16" fmla="*/ 375556 w 775111"/>
              <a:gd name="connsiteY16" fmla="*/ 306530 h 1202547"/>
              <a:gd name="connsiteX17" fmla="*/ 266719 w 775111"/>
              <a:gd name="connsiteY17" fmla="*/ 50476 h 1202547"/>
              <a:gd name="connsiteX18" fmla="*/ 142006 w 775111"/>
              <a:gd name="connsiteY18" fmla="*/ 2343 h 1202547"/>
              <a:gd name="connsiteX19" fmla="*/ 94252 w 775111"/>
              <a:gd name="connsiteY19" fmla="*/ 72387 h 1202547"/>
              <a:gd name="connsiteX20" fmla="*/ 160383 w 775111"/>
              <a:gd name="connsiteY20" fmla="*/ 187916 h 1202547"/>
              <a:gd name="connsiteX21" fmla="*/ 347098 w 775111"/>
              <a:gd name="connsiteY21" fmla="*/ 321457 h 1202547"/>
              <a:gd name="connsiteX22" fmla="*/ 365791 w 775111"/>
              <a:gd name="connsiteY22" fmla="*/ 587571 h 1202547"/>
              <a:gd name="connsiteX23" fmla="*/ 213157 w 775111"/>
              <a:gd name="connsiteY23" fmla="*/ 371515 h 1202547"/>
              <a:gd name="connsiteX24" fmla="*/ 134428 w 775111"/>
              <a:gd name="connsiteY24" fmla="*/ 338284 h 1202547"/>
              <a:gd name="connsiteX25" fmla="*/ 15913 w 775111"/>
              <a:gd name="connsiteY25" fmla="*/ 360828 h 1202547"/>
              <a:gd name="connsiteX26" fmla="*/ 4495 w 775111"/>
              <a:gd name="connsiteY26" fmla="*/ 427319 h 1202547"/>
              <a:gd name="connsiteX27" fmla="*/ 367374 w 775111"/>
              <a:gd name="connsiteY27" fmla="*/ 610741 h 1202547"/>
              <a:gd name="connsiteX28" fmla="*/ 368561 w 775111"/>
              <a:gd name="connsiteY28" fmla="*/ 628825 h 1202547"/>
              <a:gd name="connsiteX29" fmla="*/ 367788 w 775111"/>
              <a:gd name="connsiteY29" fmla="*/ 774822 h 1202547"/>
              <a:gd name="connsiteX30" fmla="*/ 364001 w 775111"/>
              <a:gd name="connsiteY30" fmla="*/ 790027 h 1202547"/>
              <a:gd name="connsiteX31" fmla="*/ 204562 w 775111"/>
              <a:gd name="connsiteY31" fmla="*/ 669543 h 1202547"/>
              <a:gd name="connsiteX32" fmla="*/ 99599 w 775111"/>
              <a:gd name="connsiteY32" fmla="*/ 643413 h 1202547"/>
              <a:gd name="connsiteX33" fmla="*/ 38341 w 775111"/>
              <a:gd name="connsiteY33" fmla="*/ 659663 h 1202547"/>
              <a:gd name="connsiteX34" fmla="*/ 49173 w 775111"/>
              <a:gd name="connsiteY34" fmla="*/ 749925 h 1202547"/>
              <a:gd name="connsiteX35" fmla="*/ 360326 w 775111"/>
              <a:gd name="connsiteY35" fmla="*/ 804865 h 1202547"/>
              <a:gd name="connsiteX36" fmla="*/ 313534 w 775111"/>
              <a:gd name="connsiteY36" fmla="*/ 1000121 h 1202547"/>
              <a:gd name="connsiteX37" fmla="*/ 153574 w 775111"/>
              <a:gd name="connsiteY37" fmla="*/ 895805 h 1202547"/>
              <a:gd name="connsiteX38" fmla="*/ 100486 w 775111"/>
              <a:gd name="connsiteY38" fmla="*/ 893171 h 1202547"/>
              <a:gd name="connsiteX39" fmla="*/ 79835 w 775111"/>
              <a:gd name="connsiteY39" fmla="*/ 983290 h 1202547"/>
              <a:gd name="connsiteX40" fmla="*/ 84107 w 775111"/>
              <a:gd name="connsiteY40" fmla="*/ 985685 h 1202547"/>
              <a:gd name="connsiteX41" fmla="*/ 220927 w 775111"/>
              <a:gd name="connsiteY41" fmla="*/ 1018771 h 1202547"/>
              <a:gd name="connsiteX42" fmla="*/ 310049 w 775111"/>
              <a:gd name="connsiteY42" fmla="*/ 1015306 h 1202547"/>
              <a:gd name="connsiteX43" fmla="*/ 276672 w 775111"/>
              <a:gd name="connsiteY43" fmla="*/ 1202541 h 1202547"/>
              <a:gd name="connsiteX44" fmla="*/ 393159 w 775111"/>
              <a:gd name="connsiteY44" fmla="*/ 1202546 h 1202547"/>
              <a:gd name="connsiteX45" fmla="*/ 406163 w 775111"/>
              <a:gd name="connsiteY45" fmla="*/ 1014883 h 1202547"/>
              <a:gd name="connsiteX46" fmla="*/ 641984 w 775111"/>
              <a:gd name="connsiteY46" fmla="*/ 985685 h 1202547"/>
              <a:gd name="connsiteX47" fmla="*/ 646260 w 775111"/>
              <a:gd name="connsiteY47" fmla="*/ 983290 h 1202547"/>
              <a:gd name="connsiteX48" fmla="*/ 625605 w 775111"/>
              <a:gd name="connsiteY48" fmla="*/ 893171 h 1202547"/>
              <a:gd name="connsiteX49" fmla="*/ 572518 w 775111"/>
              <a:gd name="connsiteY49" fmla="*/ 895805 h 1202547"/>
              <a:gd name="connsiteX50" fmla="*/ 406884 w 775111"/>
              <a:gd name="connsiteY50" fmla="*/ 1004870 h 1202547"/>
              <a:gd name="connsiteX51" fmla="*/ 421397 w 775111"/>
              <a:gd name="connsiteY51" fmla="*/ 803403 h 1202547"/>
              <a:gd name="connsiteX52" fmla="*/ 606364 w 775111"/>
              <a:gd name="connsiteY52" fmla="*/ 793201 h 1202547"/>
              <a:gd name="connsiteX53" fmla="*/ 761767 w 775111"/>
              <a:gd name="connsiteY53" fmla="*/ 722715 h 1202547"/>
              <a:gd name="connsiteX54" fmla="*/ 688633 w 775111"/>
              <a:gd name="connsiteY54" fmla="*/ 614160 h 1202547"/>
              <a:gd name="connsiteX55" fmla="*/ 688633 w 775111"/>
              <a:gd name="connsiteY55" fmla="*/ 614160 h 120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75111" h="1202547">
                <a:moveTo>
                  <a:pt x="688633" y="614160"/>
                </a:moveTo>
                <a:cubicBezTo>
                  <a:pt x="589814" y="619072"/>
                  <a:pt x="462599" y="744763"/>
                  <a:pt x="422295" y="790934"/>
                </a:cubicBezTo>
                <a:lnTo>
                  <a:pt x="434065" y="627551"/>
                </a:lnTo>
                <a:lnTo>
                  <a:pt x="432291" y="598155"/>
                </a:lnTo>
                <a:cubicBezTo>
                  <a:pt x="465796" y="587469"/>
                  <a:pt x="603072" y="543413"/>
                  <a:pt x="653033" y="522868"/>
                </a:cubicBezTo>
                <a:cubicBezTo>
                  <a:pt x="710128" y="499398"/>
                  <a:pt x="774867" y="400385"/>
                  <a:pt x="775111" y="340522"/>
                </a:cubicBezTo>
                <a:cubicBezTo>
                  <a:pt x="775237" y="308322"/>
                  <a:pt x="764163" y="293653"/>
                  <a:pt x="753899" y="286973"/>
                </a:cubicBezTo>
                <a:cubicBezTo>
                  <a:pt x="745079" y="281234"/>
                  <a:pt x="734947" y="280762"/>
                  <a:pt x="706962" y="291854"/>
                </a:cubicBezTo>
                <a:cubicBezTo>
                  <a:pt x="672244" y="306096"/>
                  <a:pt x="612885" y="336852"/>
                  <a:pt x="559361" y="395773"/>
                </a:cubicBezTo>
                <a:cubicBezTo>
                  <a:pt x="494622" y="467036"/>
                  <a:pt x="448223" y="553487"/>
                  <a:pt x="431596" y="586634"/>
                </a:cubicBezTo>
                <a:lnTo>
                  <a:pt x="415886" y="326230"/>
                </a:lnTo>
                <a:cubicBezTo>
                  <a:pt x="448491" y="308610"/>
                  <a:pt x="487236" y="287904"/>
                  <a:pt x="505124" y="279222"/>
                </a:cubicBezTo>
                <a:cubicBezTo>
                  <a:pt x="539011" y="262772"/>
                  <a:pt x="614789" y="200079"/>
                  <a:pt x="650865" y="142733"/>
                </a:cubicBezTo>
                <a:cubicBezTo>
                  <a:pt x="670258" y="111900"/>
                  <a:pt x="660855" y="73008"/>
                  <a:pt x="648013" y="43638"/>
                </a:cubicBezTo>
                <a:cubicBezTo>
                  <a:pt x="636969" y="18383"/>
                  <a:pt x="611502" y="0"/>
                  <a:pt x="561028" y="8081"/>
                </a:cubicBezTo>
                <a:cubicBezTo>
                  <a:pt x="536868" y="14946"/>
                  <a:pt x="483654" y="26614"/>
                  <a:pt x="446920" y="106919"/>
                </a:cubicBezTo>
                <a:cubicBezTo>
                  <a:pt x="417222" y="166895"/>
                  <a:pt x="390645" y="253065"/>
                  <a:pt x="375556" y="306530"/>
                </a:cubicBezTo>
                <a:cubicBezTo>
                  <a:pt x="367470" y="244477"/>
                  <a:pt x="342339" y="120846"/>
                  <a:pt x="266719" y="50476"/>
                </a:cubicBezTo>
                <a:cubicBezTo>
                  <a:pt x="213389" y="849"/>
                  <a:pt x="170811" y="-4346"/>
                  <a:pt x="142006" y="2343"/>
                </a:cubicBezTo>
                <a:cubicBezTo>
                  <a:pt x="114719" y="8681"/>
                  <a:pt x="94672" y="22438"/>
                  <a:pt x="94252" y="72387"/>
                </a:cubicBezTo>
                <a:cubicBezTo>
                  <a:pt x="95747" y="105616"/>
                  <a:pt x="109010" y="150770"/>
                  <a:pt x="160383" y="187916"/>
                </a:cubicBezTo>
                <a:cubicBezTo>
                  <a:pt x="203200" y="218876"/>
                  <a:pt x="297409" y="286057"/>
                  <a:pt x="347098" y="321457"/>
                </a:cubicBezTo>
                <a:cubicBezTo>
                  <a:pt x="350491" y="369359"/>
                  <a:pt x="360722" y="513971"/>
                  <a:pt x="365791" y="587571"/>
                </a:cubicBezTo>
                <a:cubicBezTo>
                  <a:pt x="336430" y="533176"/>
                  <a:pt x="264993" y="407542"/>
                  <a:pt x="213157" y="371515"/>
                </a:cubicBezTo>
                <a:cubicBezTo>
                  <a:pt x="189223" y="354880"/>
                  <a:pt x="160908" y="344612"/>
                  <a:pt x="134428" y="338284"/>
                </a:cubicBezTo>
                <a:cubicBezTo>
                  <a:pt x="87043" y="326959"/>
                  <a:pt x="46786" y="326081"/>
                  <a:pt x="15913" y="360828"/>
                </a:cubicBezTo>
                <a:cubicBezTo>
                  <a:pt x="3472" y="379252"/>
                  <a:pt x="-5958" y="403346"/>
                  <a:pt x="4495" y="427319"/>
                </a:cubicBezTo>
                <a:cubicBezTo>
                  <a:pt x="54369" y="541701"/>
                  <a:pt x="309232" y="599036"/>
                  <a:pt x="367374" y="610741"/>
                </a:cubicBezTo>
                <a:cubicBezTo>
                  <a:pt x="367946" y="619209"/>
                  <a:pt x="368358" y="625472"/>
                  <a:pt x="368561" y="628825"/>
                </a:cubicBezTo>
                <a:cubicBezTo>
                  <a:pt x="370482" y="660662"/>
                  <a:pt x="367788" y="774822"/>
                  <a:pt x="367788" y="774822"/>
                </a:cubicBezTo>
                <a:cubicBezTo>
                  <a:pt x="367788" y="774822"/>
                  <a:pt x="366408" y="780330"/>
                  <a:pt x="364001" y="790027"/>
                </a:cubicBezTo>
                <a:cubicBezTo>
                  <a:pt x="329186" y="758093"/>
                  <a:pt x="243707" y="682180"/>
                  <a:pt x="204562" y="669543"/>
                </a:cubicBezTo>
                <a:cubicBezTo>
                  <a:pt x="172915" y="659327"/>
                  <a:pt x="131452" y="648478"/>
                  <a:pt x="99599" y="643413"/>
                </a:cubicBezTo>
                <a:cubicBezTo>
                  <a:pt x="81325" y="640509"/>
                  <a:pt x="55686" y="634766"/>
                  <a:pt x="38341" y="659663"/>
                </a:cubicBezTo>
                <a:cubicBezTo>
                  <a:pt x="22688" y="684519"/>
                  <a:pt x="14697" y="728193"/>
                  <a:pt x="49173" y="749925"/>
                </a:cubicBezTo>
                <a:cubicBezTo>
                  <a:pt x="91636" y="776697"/>
                  <a:pt x="292127" y="803377"/>
                  <a:pt x="360326" y="804865"/>
                </a:cubicBezTo>
                <a:cubicBezTo>
                  <a:pt x="350120" y="846180"/>
                  <a:pt x="331066" y="924096"/>
                  <a:pt x="313534" y="1000121"/>
                </a:cubicBezTo>
                <a:cubicBezTo>
                  <a:pt x="278443" y="970898"/>
                  <a:pt x="197109" y="906134"/>
                  <a:pt x="153574" y="895805"/>
                </a:cubicBezTo>
                <a:cubicBezTo>
                  <a:pt x="134361" y="891245"/>
                  <a:pt x="116152" y="891219"/>
                  <a:pt x="100486" y="893171"/>
                </a:cubicBezTo>
                <a:cubicBezTo>
                  <a:pt x="55677" y="898745"/>
                  <a:pt x="41311" y="959540"/>
                  <a:pt x="79835" y="983290"/>
                </a:cubicBezTo>
                <a:cubicBezTo>
                  <a:pt x="81199" y="984131"/>
                  <a:pt x="82622" y="984931"/>
                  <a:pt x="84107" y="985685"/>
                </a:cubicBezTo>
                <a:cubicBezTo>
                  <a:pt x="125680" y="1006832"/>
                  <a:pt x="194112" y="1019484"/>
                  <a:pt x="220927" y="1018771"/>
                </a:cubicBezTo>
                <a:cubicBezTo>
                  <a:pt x="239281" y="1018276"/>
                  <a:pt x="283785" y="1016427"/>
                  <a:pt x="310049" y="1015306"/>
                </a:cubicBezTo>
                <a:cubicBezTo>
                  <a:pt x="287686" y="1113140"/>
                  <a:pt x="269049" y="1203433"/>
                  <a:pt x="276672" y="1202541"/>
                </a:cubicBezTo>
                <a:cubicBezTo>
                  <a:pt x="294363" y="1201807"/>
                  <a:pt x="393159" y="1202546"/>
                  <a:pt x="393159" y="1202546"/>
                </a:cubicBezTo>
                <a:lnTo>
                  <a:pt x="406163" y="1014883"/>
                </a:lnTo>
                <a:cubicBezTo>
                  <a:pt x="501071" y="1033843"/>
                  <a:pt x="600412" y="1006832"/>
                  <a:pt x="641984" y="985685"/>
                </a:cubicBezTo>
                <a:cubicBezTo>
                  <a:pt x="643468" y="984931"/>
                  <a:pt x="644892" y="984131"/>
                  <a:pt x="646260" y="983290"/>
                </a:cubicBezTo>
                <a:cubicBezTo>
                  <a:pt x="684782" y="959540"/>
                  <a:pt x="670415" y="898745"/>
                  <a:pt x="625605" y="893171"/>
                </a:cubicBezTo>
                <a:cubicBezTo>
                  <a:pt x="609941" y="891219"/>
                  <a:pt x="591729" y="891245"/>
                  <a:pt x="572518" y="895805"/>
                </a:cubicBezTo>
                <a:cubicBezTo>
                  <a:pt x="526447" y="906735"/>
                  <a:pt x="438009" y="978654"/>
                  <a:pt x="406884" y="1004870"/>
                </a:cubicBezTo>
                <a:lnTo>
                  <a:pt x="421397" y="803403"/>
                </a:lnTo>
                <a:cubicBezTo>
                  <a:pt x="454162" y="802888"/>
                  <a:pt x="562832" y="800646"/>
                  <a:pt x="606364" y="793201"/>
                </a:cubicBezTo>
                <a:cubicBezTo>
                  <a:pt x="690396" y="778832"/>
                  <a:pt x="730407" y="763601"/>
                  <a:pt x="761767" y="722715"/>
                </a:cubicBezTo>
                <a:cubicBezTo>
                  <a:pt x="783115" y="694873"/>
                  <a:pt x="744947" y="611357"/>
                  <a:pt x="688633" y="614160"/>
                </a:cubicBezTo>
                <a:lnTo>
                  <a:pt x="688633" y="61416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venir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15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F7D353-331B-4008-C6A7-86D25BE475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7757" y="2261462"/>
            <a:ext cx="4930163" cy="4135546"/>
          </a:xfrm>
          <a:prstGeom prst="roundRect">
            <a:avLst>
              <a:gd name="adj" fmla="val 1190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228600" tIns="0" rIns="0" bIns="0" anchor="ctr" anchorCtr="0">
            <a:noAutofit/>
          </a:bodyPr>
          <a:lstStyle>
            <a:lvl1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F75E6A1-9C73-A244-962B-E61B2A9E7C8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730399" y="2261462"/>
            <a:ext cx="4930163" cy="4135546"/>
          </a:xfrm>
          <a:prstGeom prst="roundRect">
            <a:avLst>
              <a:gd name="adj" fmla="val 1190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228600" tIns="9144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buNone/>
              <a:defRPr sz="18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228600"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3842421"/>
            <a:ext cx="5303520" cy="2558379"/>
          </a:xfrm>
        </p:spPr>
        <p:txBody>
          <a:bodyPr lIns="0" tIns="0" rIns="0" bIns="0" anchor="b" anchorCtr="0"/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15CC7A-E4F5-8662-C92E-8B4CB26119A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79525" y="457200"/>
            <a:ext cx="10452100" cy="3292475"/>
          </a:xfrm>
        </p:spPr>
        <p:txBody>
          <a:bodyPr>
            <a:normAutofit/>
          </a:bodyPr>
          <a:lstStyle>
            <a:lvl1pPr>
              <a:defRPr sz="1800" cap="none" baseline="0"/>
            </a:lvl1pPr>
            <a:lvl2pPr>
              <a:defRPr sz="1800" cap="none" baseline="0"/>
            </a:lvl2pPr>
            <a:lvl3pPr>
              <a:defRPr sz="1800" cap="none" baseline="0"/>
            </a:lvl3pPr>
            <a:lvl4pPr>
              <a:defRPr sz="1800" cap="none" baseline="0"/>
            </a:lvl4pPr>
            <a:lvl5pPr>
              <a:defRPr sz="1800" cap="none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85FA79-71DD-8A90-BE79-ADC7472607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2124" y="3882893"/>
            <a:ext cx="4572000" cy="2517907"/>
          </a:xfrm>
          <a:prstGeom prst="roundRect">
            <a:avLst>
              <a:gd name="adj" fmla="val 15711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228600" tIns="0" rIns="0" bIns="0" anchor="ctr" anchorCtr="0">
            <a:noAutofit/>
          </a:bodyPr>
          <a:lstStyle>
            <a:lvl1pPr marL="365760"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42345" y="457200"/>
            <a:ext cx="5490797" cy="2285999"/>
          </a:xfrm>
        </p:spPr>
        <p:txBody>
          <a:bodyPr lIns="0" tIns="0" rIns="0" bIns="0" anchor="t" anchorCtr="0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FC24187-20DB-C6E6-5614-050D11532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6CC7DD9-B902-41D1-40BC-0599B0535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5975017-D6DD-8609-9E50-C09BCD14484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279525" y="538163"/>
            <a:ext cx="4629150" cy="58626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D1CF42-3B6F-D19D-30A8-3D03C0DDC7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99200" y="2743200"/>
            <a:ext cx="5490797" cy="3657599"/>
          </a:xfrm>
          <a:prstGeom prst="roundRect">
            <a:avLst>
              <a:gd name="adj" fmla="val 9600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182880" tIns="182880" rIns="182880" bIns="182880" anchor="ctr" anchorCtr="0">
            <a:noAutofit/>
          </a:bodyPr>
          <a:lstStyle>
            <a:lvl1pPr marL="365760"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365760" indent="0">
              <a:lnSpc>
                <a:spcPct val="110000"/>
              </a:lnSpc>
              <a:spcBef>
                <a:spcPts val="0"/>
              </a:spcBef>
              <a:buClr>
                <a:schemeClr val="accent3">
                  <a:lumMod val="60000"/>
                  <a:lumOff val="40000"/>
                </a:schemeClr>
              </a:buClr>
              <a:buNone/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all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marL="1143000" indent="0">
              <a:lnSpc>
                <a:spcPct val="110000"/>
              </a:lnSpc>
              <a:spcBef>
                <a:spcPts val="0"/>
              </a:spcBef>
              <a:buClr>
                <a:schemeClr val="accent3">
                  <a:lumMod val="60000"/>
                  <a:lumOff val="40000"/>
                </a:schemeClr>
              </a:buClr>
              <a:buNone/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1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845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457200"/>
            <a:ext cx="10073640" cy="1270000"/>
          </a:xfrm>
        </p:spPr>
        <p:txBody>
          <a:bodyPr lIns="0" tIns="0" rIns="0" bIns="0" anchor="t" anchorCtr="0"/>
          <a:lstStyle>
            <a:lvl1pPr>
              <a:defRPr sz="6600">
                <a:latin typeface="Avenir" panose="02000503020000020003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55E02A48-B953-ED21-27AE-15897A7D59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79525" y="1825625"/>
            <a:ext cx="10074275" cy="4575175"/>
          </a:xfrm>
        </p:spPr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62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457200"/>
            <a:ext cx="10073640" cy="1270000"/>
          </a:xfrm>
        </p:spPr>
        <p:txBody>
          <a:bodyPr lIns="0" tIns="0" rIns="0" bIns="0" anchor="t" anchorCtr="0"/>
          <a:lstStyle>
            <a:lvl1pPr>
              <a:defRPr sz="6600">
                <a:latin typeface="Avenir" panose="02000503020000020003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55E02A48-B953-ED21-27AE-15897A7D59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79525" y="1825625"/>
            <a:ext cx="10074275" cy="4575175"/>
          </a:xfrm>
        </p:spPr>
        <p:txBody>
          <a:bodyPr/>
          <a:lstStyle>
            <a:lvl1pPr>
              <a:defRPr>
                <a:latin typeface="Avenir" panose="02000503020000020003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385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4843272" cy="2358408"/>
          </a:xfrm>
        </p:spPr>
        <p:txBody>
          <a:bodyPr/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F7D353-331B-4008-C6A7-86D25BE475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7757" y="2739408"/>
            <a:ext cx="4564403" cy="3657600"/>
          </a:xfrm>
          <a:prstGeom prst="roundRect">
            <a:avLst>
              <a:gd name="adj" fmla="val 1190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182880" tIns="182880" rIns="182880" bIns="182880" anchor="ctr" anchorCtr="0">
            <a:noAutofit/>
          </a:bodyPr>
          <a:lstStyle>
            <a:lvl1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28E8F6-433C-B365-7783-5C6DDE2D1CA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04222" y="460992"/>
            <a:ext cx="5381682" cy="5914687"/>
          </a:xfrm>
          <a:prstGeom prst="roundRect">
            <a:avLst>
              <a:gd name="adj" fmla="val 7753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lIns="182880" tIns="182880" rIns="182880" bIns="182880" anchor="t" anchorCtr="0">
            <a:noAutofit/>
          </a:bodyPr>
          <a:lstStyle>
            <a:lvl1pPr marL="365760"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1pPr>
            <a:lvl2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2pPr>
            <a:lvl3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3pPr>
            <a:lvl4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4pPr>
            <a:lvl5pPr indent="-365760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60000"/>
                  <a:lumOff val="40000"/>
                </a:schemeClr>
              </a:buClr>
              <a:defRPr sz="1800" cap="none" spc="0" baseline="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401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Quote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3">
            <a:extLst>
              <a:ext uri="{FF2B5EF4-FFF2-40B4-BE49-F238E27FC236}">
                <a16:creationId xmlns:a16="http://schemas.microsoft.com/office/drawing/2014/main" id="{35F4923C-22B6-A98A-B649-7AB69C5BA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985446">
            <a:off x="5613841" y="3865662"/>
            <a:ext cx="589384" cy="914400"/>
          </a:xfrm>
          <a:custGeom>
            <a:avLst/>
            <a:gdLst>
              <a:gd name="connsiteX0" fmla="*/ 688633 w 775111"/>
              <a:gd name="connsiteY0" fmla="*/ 614160 h 1202547"/>
              <a:gd name="connsiteX1" fmla="*/ 422295 w 775111"/>
              <a:gd name="connsiteY1" fmla="*/ 790934 h 1202547"/>
              <a:gd name="connsiteX2" fmla="*/ 434065 w 775111"/>
              <a:gd name="connsiteY2" fmla="*/ 627551 h 1202547"/>
              <a:gd name="connsiteX3" fmla="*/ 432291 w 775111"/>
              <a:gd name="connsiteY3" fmla="*/ 598155 h 1202547"/>
              <a:gd name="connsiteX4" fmla="*/ 653033 w 775111"/>
              <a:gd name="connsiteY4" fmla="*/ 522868 h 1202547"/>
              <a:gd name="connsiteX5" fmla="*/ 775111 w 775111"/>
              <a:gd name="connsiteY5" fmla="*/ 340522 h 1202547"/>
              <a:gd name="connsiteX6" fmla="*/ 753899 w 775111"/>
              <a:gd name="connsiteY6" fmla="*/ 286973 h 1202547"/>
              <a:gd name="connsiteX7" fmla="*/ 706962 w 775111"/>
              <a:gd name="connsiteY7" fmla="*/ 291854 h 1202547"/>
              <a:gd name="connsiteX8" fmla="*/ 559361 w 775111"/>
              <a:gd name="connsiteY8" fmla="*/ 395773 h 1202547"/>
              <a:gd name="connsiteX9" fmla="*/ 431596 w 775111"/>
              <a:gd name="connsiteY9" fmla="*/ 586634 h 1202547"/>
              <a:gd name="connsiteX10" fmla="*/ 415886 w 775111"/>
              <a:gd name="connsiteY10" fmla="*/ 326230 h 1202547"/>
              <a:gd name="connsiteX11" fmla="*/ 505124 w 775111"/>
              <a:gd name="connsiteY11" fmla="*/ 279222 h 1202547"/>
              <a:gd name="connsiteX12" fmla="*/ 650865 w 775111"/>
              <a:gd name="connsiteY12" fmla="*/ 142733 h 1202547"/>
              <a:gd name="connsiteX13" fmla="*/ 648013 w 775111"/>
              <a:gd name="connsiteY13" fmla="*/ 43638 h 1202547"/>
              <a:gd name="connsiteX14" fmla="*/ 561028 w 775111"/>
              <a:gd name="connsiteY14" fmla="*/ 8081 h 1202547"/>
              <a:gd name="connsiteX15" fmla="*/ 446920 w 775111"/>
              <a:gd name="connsiteY15" fmla="*/ 106919 h 1202547"/>
              <a:gd name="connsiteX16" fmla="*/ 375556 w 775111"/>
              <a:gd name="connsiteY16" fmla="*/ 306530 h 1202547"/>
              <a:gd name="connsiteX17" fmla="*/ 266719 w 775111"/>
              <a:gd name="connsiteY17" fmla="*/ 50476 h 1202547"/>
              <a:gd name="connsiteX18" fmla="*/ 142006 w 775111"/>
              <a:gd name="connsiteY18" fmla="*/ 2343 h 1202547"/>
              <a:gd name="connsiteX19" fmla="*/ 94252 w 775111"/>
              <a:gd name="connsiteY19" fmla="*/ 72387 h 1202547"/>
              <a:gd name="connsiteX20" fmla="*/ 160383 w 775111"/>
              <a:gd name="connsiteY20" fmla="*/ 187916 h 1202547"/>
              <a:gd name="connsiteX21" fmla="*/ 347098 w 775111"/>
              <a:gd name="connsiteY21" fmla="*/ 321457 h 1202547"/>
              <a:gd name="connsiteX22" fmla="*/ 365791 w 775111"/>
              <a:gd name="connsiteY22" fmla="*/ 587571 h 1202547"/>
              <a:gd name="connsiteX23" fmla="*/ 213157 w 775111"/>
              <a:gd name="connsiteY23" fmla="*/ 371515 h 1202547"/>
              <a:gd name="connsiteX24" fmla="*/ 134428 w 775111"/>
              <a:gd name="connsiteY24" fmla="*/ 338284 h 1202547"/>
              <a:gd name="connsiteX25" fmla="*/ 15913 w 775111"/>
              <a:gd name="connsiteY25" fmla="*/ 360828 h 1202547"/>
              <a:gd name="connsiteX26" fmla="*/ 4495 w 775111"/>
              <a:gd name="connsiteY26" fmla="*/ 427319 h 1202547"/>
              <a:gd name="connsiteX27" fmla="*/ 367374 w 775111"/>
              <a:gd name="connsiteY27" fmla="*/ 610741 h 1202547"/>
              <a:gd name="connsiteX28" fmla="*/ 368561 w 775111"/>
              <a:gd name="connsiteY28" fmla="*/ 628825 h 1202547"/>
              <a:gd name="connsiteX29" fmla="*/ 367788 w 775111"/>
              <a:gd name="connsiteY29" fmla="*/ 774822 h 1202547"/>
              <a:gd name="connsiteX30" fmla="*/ 364001 w 775111"/>
              <a:gd name="connsiteY30" fmla="*/ 790027 h 1202547"/>
              <a:gd name="connsiteX31" fmla="*/ 204562 w 775111"/>
              <a:gd name="connsiteY31" fmla="*/ 669543 h 1202547"/>
              <a:gd name="connsiteX32" fmla="*/ 99599 w 775111"/>
              <a:gd name="connsiteY32" fmla="*/ 643413 h 1202547"/>
              <a:gd name="connsiteX33" fmla="*/ 38341 w 775111"/>
              <a:gd name="connsiteY33" fmla="*/ 659663 h 1202547"/>
              <a:gd name="connsiteX34" fmla="*/ 49173 w 775111"/>
              <a:gd name="connsiteY34" fmla="*/ 749925 h 1202547"/>
              <a:gd name="connsiteX35" fmla="*/ 360326 w 775111"/>
              <a:gd name="connsiteY35" fmla="*/ 804865 h 1202547"/>
              <a:gd name="connsiteX36" fmla="*/ 313534 w 775111"/>
              <a:gd name="connsiteY36" fmla="*/ 1000121 h 1202547"/>
              <a:gd name="connsiteX37" fmla="*/ 153574 w 775111"/>
              <a:gd name="connsiteY37" fmla="*/ 895805 h 1202547"/>
              <a:gd name="connsiteX38" fmla="*/ 100486 w 775111"/>
              <a:gd name="connsiteY38" fmla="*/ 893171 h 1202547"/>
              <a:gd name="connsiteX39" fmla="*/ 79835 w 775111"/>
              <a:gd name="connsiteY39" fmla="*/ 983290 h 1202547"/>
              <a:gd name="connsiteX40" fmla="*/ 84107 w 775111"/>
              <a:gd name="connsiteY40" fmla="*/ 985685 h 1202547"/>
              <a:gd name="connsiteX41" fmla="*/ 220927 w 775111"/>
              <a:gd name="connsiteY41" fmla="*/ 1018771 h 1202547"/>
              <a:gd name="connsiteX42" fmla="*/ 310049 w 775111"/>
              <a:gd name="connsiteY42" fmla="*/ 1015306 h 1202547"/>
              <a:gd name="connsiteX43" fmla="*/ 276672 w 775111"/>
              <a:gd name="connsiteY43" fmla="*/ 1202541 h 1202547"/>
              <a:gd name="connsiteX44" fmla="*/ 393159 w 775111"/>
              <a:gd name="connsiteY44" fmla="*/ 1202546 h 1202547"/>
              <a:gd name="connsiteX45" fmla="*/ 406163 w 775111"/>
              <a:gd name="connsiteY45" fmla="*/ 1014883 h 1202547"/>
              <a:gd name="connsiteX46" fmla="*/ 641984 w 775111"/>
              <a:gd name="connsiteY46" fmla="*/ 985685 h 1202547"/>
              <a:gd name="connsiteX47" fmla="*/ 646260 w 775111"/>
              <a:gd name="connsiteY47" fmla="*/ 983290 h 1202547"/>
              <a:gd name="connsiteX48" fmla="*/ 625605 w 775111"/>
              <a:gd name="connsiteY48" fmla="*/ 893171 h 1202547"/>
              <a:gd name="connsiteX49" fmla="*/ 572518 w 775111"/>
              <a:gd name="connsiteY49" fmla="*/ 895805 h 1202547"/>
              <a:gd name="connsiteX50" fmla="*/ 406884 w 775111"/>
              <a:gd name="connsiteY50" fmla="*/ 1004870 h 1202547"/>
              <a:gd name="connsiteX51" fmla="*/ 421397 w 775111"/>
              <a:gd name="connsiteY51" fmla="*/ 803403 h 1202547"/>
              <a:gd name="connsiteX52" fmla="*/ 606364 w 775111"/>
              <a:gd name="connsiteY52" fmla="*/ 793201 h 1202547"/>
              <a:gd name="connsiteX53" fmla="*/ 761767 w 775111"/>
              <a:gd name="connsiteY53" fmla="*/ 722715 h 1202547"/>
              <a:gd name="connsiteX54" fmla="*/ 688633 w 775111"/>
              <a:gd name="connsiteY54" fmla="*/ 614160 h 1202547"/>
              <a:gd name="connsiteX55" fmla="*/ 688633 w 775111"/>
              <a:gd name="connsiteY55" fmla="*/ 614160 h 120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75111" h="1202547">
                <a:moveTo>
                  <a:pt x="688633" y="614160"/>
                </a:moveTo>
                <a:cubicBezTo>
                  <a:pt x="589814" y="619072"/>
                  <a:pt x="462599" y="744763"/>
                  <a:pt x="422295" y="790934"/>
                </a:cubicBezTo>
                <a:lnTo>
                  <a:pt x="434065" y="627551"/>
                </a:lnTo>
                <a:lnTo>
                  <a:pt x="432291" y="598155"/>
                </a:lnTo>
                <a:cubicBezTo>
                  <a:pt x="465796" y="587469"/>
                  <a:pt x="603072" y="543413"/>
                  <a:pt x="653033" y="522868"/>
                </a:cubicBezTo>
                <a:cubicBezTo>
                  <a:pt x="710128" y="499398"/>
                  <a:pt x="774867" y="400385"/>
                  <a:pt x="775111" y="340522"/>
                </a:cubicBezTo>
                <a:cubicBezTo>
                  <a:pt x="775237" y="308322"/>
                  <a:pt x="764163" y="293653"/>
                  <a:pt x="753899" y="286973"/>
                </a:cubicBezTo>
                <a:cubicBezTo>
                  <a:pt x="745079" y="281234"/>
                  <a:pt x="734947" y="280762"/>
                  <a:pt x="706962" y="291854"/>
                </a:cubicBezTo>
                <a:cubicBezTo>
                  <a:pt x="672244" y="306096"/>
                  <a:pt x="612885" y="336852"/>
                  <a:pt x="559361" y="395773"/>
                </a:cubicBezTo>
                <a:cubicBezTo>
                  <a:pt x="494622" y="467036"/>
                  <a:pt x="448223" y="553487"/>
                  <a:pt x="431596" y="586634"/>
                </a:cubicBezTo>
                <a:lnTo>
                  <a:pt x="415886" y="326230"/>
                </a:lnTo>
                <a:cubicBezTo>
                  <a:pt x="448491" y="308610"/>
                  <a:pt x="487236" y="287904"/>
                  <a:pt x="505124" y="279222"/>
                </a:cubicBezTo>
                <a:cubicBezTo>
                  <a:pt x="539011" y="262772"/>
                  <a:pt x="614789" y="200079"/>
                  <a:pt x="650865" y="142733"/>
                </a:cubicBezTo>
                <a:cubicBezTo>
                  <a:pt x="670258" y="111900"/>
                  <a:pt x="660855" y="73008"/>
                  <a:pt x="648013" y="43638"/>
                </a:cubicBezTo>
                <a:cubicBezTo>
                  <a:pt x="636969" y="18383"/>
                  <a:pt x="611502" y="0"/>
                  <a:pt x="561028" y="8081"/>
                </a:cubicBezTo>
                <a:cubicBezTo>
                  <a:pt x="536868" y="14946"/>
                  <a:pt x="483654" y="26614"/>
                  <a:pt x="446920" y="106919"/>
                </a:cubicBezTo>
                <a:cubicBezTo>
                  <a:pt x="417222" y="166895"/>
                  <a:pt x="390645" y="253065"/>
                  <a:pt x="375556" y="306530"/>
                </a:cubicBezTo>
                <a:cubicBezTo>
                  <a:pt x="367470" y="244477"/>
                  <a:pt x="342339" y="120846"/>
                  <a:pt x="266719" y="50476"/>
                </a:cubicBezTo>
                <a:cubicBezTo>
                  <a:pt x="213389" y="849"/>
                  <a:pt x="170811" y="-4346"/>
                  <a:pt x="142006" y="2343"/>
                </a:cubicBezTo>
                <a:cubicBezTo>
                  <a:pt x="114719" y="8681"/>
                  <a:pt x="94672" y="22438"/>
                  <a:pt x="94252" y="72387"/>
                </a:cubicBezTo>
                <a:cubicBezTo>
                  <a:pt x="95747" y="105616"/>
                  <a:pt x="109010" y="150770"/>
                  <a:pt x="160383" y="187916"/>
                </a:cubicBezTo>
                <a:cubicBezTo>
                  <a:pt x="203200" y="218876"/>
                  <a:pt x="297409" y="286057"/>
                  <a:pt x="347098" y="321457"/>
                </a:cubicBezTo>
                <a:cubicBezTo>
                  <a:pt x="350491" y="369359"/>
                  <a:pt x="360722" y="513971"/>
                  <a:pt x="365791" y="587571"/>
                </a:cubicBezTo>
                <a:cubicBezTo>
                  <a:pt x="336430" y="533176"/>
                  <a:pt x="264993" y="407542"/>
                  <a:pt x="213157" y="371515"/>
                </a:cubicBezTo>
                <a:cubicBezTo>
                  <a:pt x="189223" y="354880"/>
                  <a:pt x="160908" y="344612"/>
                  <a:pt x="134428" y="338284"/>
                </a:cubicBezTo>
                <a:cubicBezTo>
                  <a:pt x="87043" y="326959"/>
                  <a:pt x="46786" y="326081"/>
                  <a:pt x="15913" y="360828"/>
                </a:cubicBezTo>
                <a:cubicBezTo>
                  <a:pt x="3472" y="379252"/>
                  <a:pt x="-5958" y="403346"/>
                  <a:pt x="4495" y="427319"/>
                </a:cubicBezTo>
                <a:cubicBezTo>
                  <a:pt x="54369" y="541701"/>
                  <a:pt x="309232" y="599036"/>
                  <a:pt x="367374" y="610741"/>
                </a:cubicBezTo>
                <a:cubicBezTo>
                  <a:pt x="367946" y="619209"/>
                  <a:pt x="368358" y="625472"/>
                  <a:pt x="368561" y="628825"/>
                </a:cubicBezTo>
                <a:cubicBezTo>
                  <a:pt x="370482" y="660662"/>
                  <a:pt x="367788" y="774822"/>
                  <a:pt x="367788" y="774822"/>
                </a:cubicBezTo>
                <a:cubicBezTo>
                  <a:pt x="367788" y="774822"/>
                  <a:pt x="366408" y="780330"/>
                  <a:pt x="364001" y="790027"/>
                </a:cubicBezTo>
                <a:cubicBezTo>
                  <a:pt x="329186" y="758093"/>
                  <a:pt x="243707" y="682180"/>
                  <a:pt x="204562" y="669543"/>
                </a:cubicBezTo>
                <a:cubicBezTo>
                  <a:pt x="172915" y="659327"/>
                  <a:pt x="131452" y="648478"/>
                  <a:pt x="99599" y="643413"/>
                </a:cubicBezTo>
                <a:cubicBezTo>
                  <a:pt x="81325" y="640509"/>
                  <a:pt x="55686" y="634766"/>
                  <a:pt x="38341" y="659663"/>
                </a:cubicBezTo>
                <a:cubicBezTo>
                  <a:pt x="22688" y="684519"/>
                  <a:pt x="14697" y="728193"/>
                  <a:pt x="49173" y="749925"/>
                </a:cubicBezTo>
                <a:cubicBezTo>
                  <a:pt x="91636" y="776697"/>
                  <a:pt x="292127" y="803377"/>
                  <a:pt x="360326" y="804865"/>
                </a:cubicBezTo>
                <a:cubicBezTo>
                  <a:pt x="350120" y="846180"/>
                  <a:pt x="331066" y="924096"/>
                  <a:pt x="313534" y="1000121"/>
                </a:cubicBezTo>
                <a:cubicBezTo>
                  <a:pt x="278443" y="970898"/>
                  <a:pt x="197109" y="906134"/>
                  <a:pt x="153574" y="895805"/>
                </a:cubicBezTo>
                <a:cubicBezTo>
                  <a:pt x="134361" y="891245"/>
                  <a:pt x="116152" y="891219"/>
                  <a:pt x="100486" y="893171"/>
                </a:cubicBezTo>
                <a:cubicBezTo>
                  <a:pt x="55677" y="898745"/>
                  <a:pt x="41311" y="959540"/>
                  <a:pt x="79835" y="983290"/>
                </a:cubicBezTo>
                <a:cubicBezTo>
                  <a:pt x="81199" y="984131"/>
                  <a:pt x="82622" y="984931"/>
                  <a:pt x="84107" y="985685"/>
                </a:cubicBezTo>
                <a:cubicBezTo>
                  <a:pt x="125680" y="1006832"/>
                  <a:pt x="194112" y="1019484"/>
                  <a:pt x="220927" y="1018771"/>
                </a:cubicBezTo>
                <a:cubicBezTo>
                  <a:pt x="239281" y="1018276"/>
                  <a:pt x="283785" y="1016427"/>
                  <a:pt x="310049" y="1015306"/>
                </a:cubicBezTo>
                <a:cubicBezTo>
                  <a:pt x="287686" y="1113140"/>
                  <a:pt x="269049" y="1203433"/>
                  <a:pt x="276672" y="1202541"/>
                </a:cubicBezTo>
                <a:cubicBezTo>
                  <a:pt x="294363" y="1201807"/>
                  <a:pt x="393159" y="1202546"/>
                  <a:pt x="393159" y="1202546"/>
                </a:cubicBezTo>
                <a:lnTo>
                  <a:pt x="406163" y="1014883"/>
                </a:lnTo>
                <a:cubicBezTo>
                  <a:pt x="501071" y="1033843"/>
                  <a:pt x="600412" y="1006832"/>
                  <a:pt x="641984" y="985685"/>
                </a:cubicBezTo>
                <a:cubicBezTo>
                  <a:pt x="643468" y="984931"/>
                  <a:pt x="644892" y="984131"/>
                  <a:pt x="646260" y="983290"/>
                </a:cubicBezTo>
                <a:cubicBezTo>
                  <a:pt x="684782" y="959540"/>
                  <a:pt x="670415" y="898745"/>
                  <a:pt x="625605" y="893171"/>
                </a:cubicBezTo>
                <a:cubicBezTo>
                  <a:pt x="609941" y="891219"/>
                  <a:pt x="591729" y="891245"/>
                  <a:pt x="572518" y="895805"/>
                </a:cubicBezTo>
                <a:cubicBezTo>
                  <a:pt x="526447" y="906735"/>
                  <a:pt x="438009" y="978654"/>
                  <a:pt x="406884" y="1004870"/>
                </a:cubicBezTo>
                <a:lnTo>
                  <a:pt x="421397" y="803403"/>
                </a:lnTo>
                <a:cubicBezTo>
                  <a:pt x="454162" y="802888"/>
                  <a:pt x="562832" y="800646"/>
                  <a:pt x="606364" y="793201"/>
                </a:cubicBezTo>
                <a:cubicBezTo>
                  <a:pt x="690396" y="778832"/>
                  <a:pt x="730407" y="763601"/>
                  <a:pt x="761767" y="722715"/>
                </a:cubicBezTo>
                <a:cubicBezTo>
                  <a:pt x="783115" y="694873"/>
                  <a:pt x="744947" y="611357"/>
                  <a:pt x="688633" y="614160"/>
                </a:cubicBezTo>
                <a:lnTo>
                  <a:pt x="688633" y="61416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15280" y="457200"/>
            <a:ext cx="6482080" cy="3891280"/>
          </a:xfrm>
        </p:spPr>
        <p:txBody>
          <a:bodyPr lIns="0" tIns="0" rIns="0" bIns="0" anchor="t" anchorCtr="0">
            <a:noAutofit/>
          </a:bodyPr>
          <a:lstStyle>
            <a:lvl1pPr algn="l">
              <a:defRPr sz="5400" b="0" i="0" spc="200" baseline="0">
                <a:solidFill>
                  <a:schemeClr val="accent3">
                    <a:lumMod val="75000"/>
                  </a:schemeClr>
                </a:solidFill>
                <a:latin typeface="+mj-lt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12022" y="4419600"/>
            <a:ext cx="6482079" cy="1996696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4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 i="0" cap="none" spc="0" baseline="0">
                <a:solidFill>
                  <a:schemeClr val="accent3">
                    <a:lumMod val="75000"/>
                  </a:schemeClr>
                </a:solidFill>
                <a:latin typeface="+mn-lt"/>
                <a:ea typeface="Batang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4FA5E09-BD6C-1A5B-0586-4CC9CBCFCE4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57200" y="441754"/>
            <a:ext cx="4572000" cy="5943600"/>
          </a:xfrm>
          <a:prstGeom prst="roundRect">
            <a:avLst>
              <a:gd name="adj" fmla="val 9214"/>
            </a:avLst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28969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968ADEB-E836-6F57-BA32-6E6A343A3F49}"/>
              </a:ext>
            </a:extLst>
          </p:cNvPr>
          <p:cNvSpPr/>
          <p:nvPr userDrawn="1"/>
        </p:nvSpPr>
        <p:spPr>
          <a:xfrm>
            <a:off x="303973" y="457199"/>
            <a:ext cx="540623" cy="5943601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none" baseline="0" dirty="0">
              <a:latin typeface="Avenir" panose="02000503020000020003" pitchFamily="2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566007" y="3745750"/>
            <a:ext cx="4283095" cy="540629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1400" b="0" i="0" cap="none" spc="100" baseline="0">
                <a:solidFill>
                  <a:schemeClr val="tx1"/>
                </a:solidFill>
                <a:latin typeface="Avenir" panose="02000503020000020003" pitchFamily="2" charset="0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www.3aayaam.in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0160" y="456527"/>
            <a:ext cx="10232020" cy="1417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204714"/>
            <a:ext cx="10232020" cy="419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3973" y="624840"/>
            <a:ext cx="540623" cy="518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="1" i="0" cap="none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8" r:id="rId4"/>
    <p:sldLayoutId id="2147483653" r:id="rId5"/>
    <p:sldLayoutId id="2147483654" r:id="rId6"/>
    <p:sldLayoutId id="2147483666" r:id="rId7"/>
    <p:sldLayoutId id="2147483662" r:id="rId8"/>
    <p:sldLayoutId id="2147483681" r:id="rId9"/>
    <p:sldLayoutId id="2147483680" r:id="rId10"/>
    <p:sldLayoutId id="2147483667" r:id="rId11"/>
    <p:sldLayoutId id="2147483655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accent3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 cap="none" spc="0" baseline="0">
          <a:solidFill>
            <a:schemeClr val="accent3">
              <a:lumMod val="75000"/>
            </a:schemeClr>
          </a:solidFill>
          <a:latin typeface="Avenir" panose="02000503020000020003" pitchFamily="2" charset="0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EC82CC-EC0B-CD40-9A3A-FA89F9F65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559" y="1249679"/>
            <a:ext cx="5699126" cy="4358641"/>
          </a:xfr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7200" b="1" u="sng" kern="0" dirty="0">
                <a:solidFill>
                  <a:srgbClr val="011893"/>
                </a:solidFill>
                <a:latin typeface="Avenir" panose="02000503020000020003" pitchFamily="2" charset="0"/>
              </a:rPr>
              <a:t>Project 1 &amp; 2</a:t>
            </a:r>
            <a:br>
              <a:rPr lang="en-US" sz="8000" b="1" u="sng" kern="0" dirty="0">
                <a:latin typeface="Avenir" panose="02000503020000020003" pitchFamily="2" charset="0"/>
              </a:rPr>
            </a:br>
            <a:r>
              <a:rPr lang="en-US" sz="6000" kern="0" dirty="0">
                <a:latin typeface="Avenir" panose="02000503020000020003" pitchFamily="2" charset="0"/>
              </a:rPr>
              <a:t>Data Modelling </a:t>
            </a:r>
            <a:br>
              <a:rPr lang="en-US" sz="6000" kern="0" dirty="0">
                <a:latin typeface="Avenir" panose="02000503020000020003" pitchFamily="2" charset="0"/>
              </a:rPr>
            </a:br>
            <a:r>
              <a:rPr lang="en-US" sz="6000" kern="0" dirty="0">
                <a:latin typeface="Avenir" panose="02000503020000020003" pitchFamily="2" charset="0"/>
              </a:rPr>
              <a:t>Python Coding</a:t>
            </a:r>
            <a:br>
              <a:rPr lang="en-US" sz="6000" kern="0" dirty="0">
                <a:latin typeface="Avenir" panose="02000503020000020003" pitchFamily="2" charset="0"/>
              </a:rPr>
            </a:br>
            <a:r>
              <a:rPr lang="en-US" sz="6000" kern="0" dirty="0">
                <a:latin typeface="Avenir" panose="02000503020000020003" pitchFamily="2" charset="0"/>
              </a:rPr>
              <a:t>SQL</a:t>
            </a:r>
            <a:endParaRPr lang="en-US" sz="8000" kern="0" dirty="0">
              <a:latin typeface="Avenir" panose="02000503020000020003" pitchFamily="2" charset="0"/>
            </a:endParaRPr>
          </a:p>
        </p:txBody>
      </p:sp>
      <p:pic>
        <p:nvPicPr>
          <p:cNvPr id="14" name="Picture Placeholder 13" descr="A diagram of a network&#10;&#10;AI-generated content may be incorrect.">
            <a:extLst>
              <a:ext uri="{FF2B5EF4-FFF2-40B4-BE49-F238E27FC236}">
                <a16:creationId xmlns:a16="http://schemas.microsoft.com/office/drawing/2014/main" id="{8BCEF916-8BE9-2518-1B98-D2DDEF2454EF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3"/>
          <a:srcRect t="378" b="378"/>
          <a:stretch>
            <a:fillRect/>
          </a:stretch>
        </p:blipFill>
        <p:spPr>
          <a:xfrm>
            <a:off x="6096000" y="457200"/>
            <a:ext cx="5699125" cy="5943600"/>
          </a:xfrm>
        </p:spPr>
      </p:pic>
    </p:spTree>
    <p:extLst>
      <p:ext uri="{BB962C8B-B14F-4D97-AF65-F5344CB8AC3E}">
        <p14:creationId xmlns:p14="http://schemas.microsoft.com/office/powerpoint/2010/main" val="3400901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1790B-5442-CE48-A9B7-42E7F125A07F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dirty="0">
                <a:solidFill>
                  <a:srgbClr val="011893"/>
                </a:solidFill>
              </a:rPr>
              <a:t>Source 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AF94F-6CB3-2748-947E-91382D24F7FB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25568FC-346A-7F45-8414-478BF801A765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81FF0-9797-664F-9902-DBFEAE622794}"/>
              </a:ext>
            </a:extLst>
          </p:cNvPr>
          <p:cNvSpPr txBox="1"/>
          <p:nvPr/>
        </p:nvSpPr>
        <p:spPr>
          <a:xfrm>
            <a:off x="704012" y="1621182"/>
            <a:ext cx="710151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  <a:lvl2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2pPr>
          </a:lstStyle>
          <a:p>
            <a:r>
              <a:rPr lang="en-US" dirty="0"/>
              <a:t>Flat schema about flight travel</a:t>
            </a:r>
          </a:p>
          <a:p>
            <a:r>
              <a:rPr lang="en-US" dirty="0"/>
              <a:t>Format: CSV</a:t>
            </a:r>
          </a:p>
          <a:p>
            <a:r>
              <a:rPr lang="en-US" dirty="0"/>
              <a:t>Total data size: 10.43 GB</a:t>
            </a:r>
          </a:p>
          <a:p>
            <a:r>
              <a:rPr lang="en-US" dirty="0"/>
              <a:t>Total no. of files: 10</a:t>
            </a:r>
          </a:p>
          <a:p>
            <a:r>
              <a:rPr lang="en-US" dirty="0"/>
              <a:t>Total queries: 20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62C23E-A107-6D1E-33D2-094EB7E64F14}"/>
              </a:ext>
            </a:extLst>
          </p:cNvPr>
          <p:cNvSpPr/>
          <p:nvPr/>
        </p:nvSpPr>
        <p:spPr>
          <a:xfrm>
            <a:off x="7572376" y="359505"/>
            <a:ext cx="3548270" cy="62881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departure_time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arrival_time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flight_id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aircraft_id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itinerary_no</a:t>
            </a:r>
            <a:endParaRPr lang="en-IN" sz="1600" b="1" dirty="0">
              <a:solidFill>
                <a:srgbClr val="01189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ticket_no</a:t>
            </a:r>
            <a:endParaRPr lang="en-IN" sz="1600" b="1" dirty="0">
              <a:solidFill>
                <a:srgbClr val="01189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flight_cost</a:t>
            </a:r>
            <a:endParaRPr lang="en-IN" sz="1600" b="1" dirty="0">
              <a:solidFill>
                <a:srgbClr val="01189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origin_airport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destination_airport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frequent_flier</a:t>
            </a:r>
            <a:endParaRPr lang="en-IN" sz="1600" b="1" dirty="0">
              <a:solidFill>
                <a:srgbClr val="01189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travel_date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airplane_model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frequent_flier_no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passenger_name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passenger_country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tail_no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distance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turbulance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temp_at_dept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fuel_consumed_litre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taxi_duration_mins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avg_flight_speed_kmps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engine_performance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passenger_dob</a:t>
            </a:r>
            <a:br>
              <a:rPr lang="en-IN" sz="1600" b="1" dirty="0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 err="1">
                <a:solidFill>
                  <a:srgbClr val="0118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passenger_flight_class</a:t>
            </a:r>
            <a:endParaRPr lang="en-IN" sz="1600" b="1" dirty="0">
              <a:solidFill>
                <a:srgbClr val="01189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06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1790B-5442-CE48-A9B7-42E7F125A07F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Requirements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AF94F-6CB3-2748-947E-91382D24F7FB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>
                <a:solidFill>
                  <a:schemeClr val="bg1"/>
                </a:solidFill>
              </a:rPr>
              <a:pPr/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25568FC-346A-7F45-8414-478BF801A765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</a:rPr>
              <a:t>www.3aayaam.in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81FF0-9797-664F-9902-DBFEAE622794}"/>
              </a:ext>
            </a:extLst>
          </p:cNvPr>
          <p:cNvSpPr txBox="1"/>
          <p:nvPr/>
        </p:nvSpPr>
        <p:spPr>
          <a:xfrm>
            <a:off x="739537" y="1727200"/>
            <a:ext cx="1061426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The organization wants to capture some business insights from the travel data gathered over a period of time. Based on the insights, future decision would be taken to: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Add no. of flights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Optimize operations and cost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Float frequent flier deals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Optimize flight path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Figure out engine performance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Loss per mile etc.</a:t>
            </a:r>
          </a:p>
        </p:txBody>
      </p:sp>
    </p:spTree>
    <p:extLst>
      <p:ext uri="{BB962C8B-B14F-4D97-AF65-F5344CB8AC3E}">
        <p14:creationId xmlns:p14="http://schemas.microsoft.com/office/powerpoint/2010/main" val="306523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1790B-5442-CE48-A9B7-42E7F125A07F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dirty="0"/>
              <a:t>Business Statements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AF94F-6CB3-2748-947E-91382D24F7FB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25568FC-346A-7F45-8414-478BF801A765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81FF0-9797-664F-9902-DBFEAE622794}"/>
              </a:ext>
            </a:extLst>
          </p:cNvPr>
          <p:cNvSpPr txBox="1"/>
          <p:nvPr/>
        </p:nvSpPr>
        <p:spPr>
          <a:xfrm>
            <a:off x="739537" y="1727200"/>
            <a:ext cx="10614263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Average duration of flight.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is the highest route that passengers use.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Top 10 cities that have the highest take off and landing of flights.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Top 10 flight paths that have high turbulence.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If there any correlation between flight speed and distance.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airplane model provides best fuel economy.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Percentage of frequent flier year over year.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How many flights were delayed.</a:t>
            </a:r>
          </a:p>
        </p:txBody>
      </p:sp>
    </p:spTree>
    <p:extLst>
      <p:ext uri="{BB962C8B-B14F-4D97-AF65-F5344CB8AC3E}">
        <p14:creationId xmlns:p14="http://schemas.microsoft.com/office/powerpoint/2010/main" val="23498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B9E4C-DEEF-15F1-BB86-C5D31ECF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864DFF-4EF4-05A9-9FFE-FF69E80664E6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dirty="0"/>
              <a:t>Business Statements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9E527-8A77-8393-9F83-9A519D8A634F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E22CA3E-AFF1-BDBA-DCAD-D82D3D286DE5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AA4B4-553F-6B4F-F510-C7E74829C997}"/>
              </a:ext>
            </a:extLst>
          </p:cNvPr>
          <p:cNvSpPr txBox="1"/>
          <p:nvPr/>
        </p:nvSpPr>
        <p:spPr>
          <a:xfrm>
            <a:off x="739537" y="1727200"/>
            <a:ext cx="1061426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Is there any correlation between delay of flight and the weather.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When is engine performing the best. Performance is measured as average rpm per km. Lower rpm/km is better performance.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How does the fuel consumption vary with distance of travel.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country does the airline company get the most customers from.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age group travels the most. Divide the age group into 4 as per your choice.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age group uses which passenger class like “executive”, “business”, “economy” and “premium economy”</a:t>
            </a:r>
          </a:p>
        </p:txBody>
      </p:sp>
    </p:spTree>
    <p:extLst>
      <p:ext uri="{BB962C8B-B14F-4D97-AF65-F5344CB8AC3E}">
        <p14:creationId xmlns:p14="http://schemas.microsoft.com/office/powerpoint/2010/main" val="153652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D3967-90B4-2310-7F46-C0630EB54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4B958C-253E-7C2C-A211-BCD46741FA83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dirty="0"/>
              <a:t>Business Statements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38E39-8D76-9EC7-7BEE-D79F6B4D8CE2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2E9549B-2313-3818-1495-74E9C642725B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98CD8-57E5-B1D2-3C98-522EF611A89B}"/>
              </a:ext>
            </a:extLst>
          </p:cNvPr>
          <p:cNvSpPr txBox="1"/>
          <p:nvPr/>
        </p:nvSpPr>
        <p:spPr>
          <a:xfrm>
            <a:off x="739537" y="1727200"/>
            <a:ext cx="1061426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Provide average passenger counts per flight, if possible.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Need to find the average flight cost from source and destination. E.g. from a single source what is the average cost to all its destinations.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Average fuel consumption in a month over the years.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flight path (source and destination) has the highest turbulence.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destination airport has the highest landing per year.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rPr>
              <a:t>Which is the busiest airport in the world over the years. Busiest airport is the one with highest takeoff and landing per year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3">
                  <a:lumMod val="75000"/>
                </a:schemeClr>
              </a:solidFill>
              <a:latin typeface="Avenir" panose="02000503020000020003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1771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1790B-5442-CE48-A9B7-42E7F125A07F}"/>
              </a:ext>
            </a:extLst>
          </p:cNvPr>
          <p:cNvSpPr txBox="1">
            <a:spLocks/>
          </p:cNvSpPr>
          <p:nvPr/>
        </p:nvSpPr>
        <p:spPr>
          <a:xfrm>
            <a:off x="739537" y="457200"/>
            <a:ext cx="10614263" cy="1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 spc="0" baseline="0">
                <a:solidFill>
                  <a:schemeClr val="accent3">
                    <a:lumMod val="75000"/>
                  </a:schemeClr>
                </a:solidFill>
                <a:latin typeface="Avenir" panose="02000503020000020003" pitchFamily="2" charset="0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dirty="0"/>
              <a:t>Approach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AF94F-6CB3-2748-947E-91382D24F7FB}"/>
              </a:ext>
            </a:extLst>
          </p:cNvPr>
          <p:cNvSpPr txBox="1">
            <a:spLocks/>
          </p:cNvSpPr>
          <p:nvPr/>
        </p:nvSpPr>
        <p:spPr>
          <a:xfrm>
            <a:off x="739537" y="6388590"/>
            <a:ext cx="540623" cy="5181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25568FC-346A-7F45-8414-478BF801A765}"/>
              </a:ext>
            </a:extLst>
          </p:cNvPr>
          <p:cNvSpPr txBox="1">
            <a:spLocks/>
          </p:cNvSpPr>
          <p:nvPr/>
        </p:nvSpPr>
        <p:spPr>
          <a:xfrm>
            <a:off x="5097109" y="6388590"/>
            <a:ext cx="2439742" cy="5406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Avenir" panose="02000503020000020003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www.3aayaam.in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8916EC-A214-7574-9BCC-197CA1AC9FE5}"/>
              </a:ext>
            </a:extLst>
          </p:cNvPr>
          <p:cNvSpPr/>
          <p:nvPr/>
        </p:nvSpPr>
        <p:spPr>
          <a:xfrm>
            <a:off x="9703274" y="1667565"/>
            <a:ext cx="1497495" cy="64493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File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89FD5F-03D0-5820-1D4E-7BC706D1A013}"/>
              </a:ext>
            </a:extLst>
          </p:cNvPr>
          <p:cNvSpPr/>
          <p:nvPr/>
        </p:nvSpPr>
        <p:spPr>
          <a:xfrm>
            <a:off x="9703273" y="2669209"/>
            <a:ext cx="1497495" cy="64493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File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4CCAB3-24C9-67E4-D5CE-0B4752DFAF22}"/>
              </a:ext>
            </a:extLst>
          </p:cNvPr>
          <p:cNvSpPr/>
          <p:nvPr/>
        </p:nvSpPr>
        <p:spPr>
          <a:xfrm>
            <a:off x="9703272" y="3675790"/>
            <a:ext cx="1497495" cy="64493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File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53AF61-F1D5-A2E5-4B2C-5645FFE9DAEF}"/>
              </a:ext>
            </a:extLst>
          </p:cNvPr>
          <p:cNvSpPr/>
          <p:nvPr/>
        </p:nvSpPr>
        <p:spPr>
          <a:xfrm>
            <a:off x="9703271" y="5361545"/>
            <a:ext cx="1497495" cy="64493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File 10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7C3CE5-93CB-A09D-8B72-E00130FA93A3}"/>
              </a:ext>
            </a:extLst>
          </p:cNvPr>
          <p:cNvSpPr/>
          <p:nvPr/>
        </p:nvSpPr>
        <p:spPr>
          <a:xfrm>
            <a:off x="10326122" y="4504570"/>
            <a:ext cx="251791" cy="2650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96E37F7-D423-05F5-5F7F-9DAD3AC30305}"/>
              </a:ext>
            </a:extLst>
          </p:cNvPr>
          <p:cNvSpPr/>
          <p:nvPr/>
        </p:nvSpPr>
        <p:spPr>
          <a:xfrm>
            <a:off x="10326121" y="4923053"/>
            <a:ext cx="251791" cy="2650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87B8B8-3C87-1C3F-46DE-4109518DDB77}"/>
              </a:ext>
            </a:extLst>
          </p:cNvPr>
          <p:cNvSpPr/>
          <p:nvPr/>
        </p:nvSpPr>
        <p:spPr>
          <a:xfrm>
            <a:off x="739536" y="1821953"/>
            <a:ext cx="2295211" cy="13632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Dimensional Modelling Exercise: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Fact &amp; Dimension tables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835F11-889F-39B8-0294-BE0B3A145834}"/>
              </a:ext>
            </a:extLst>
          </p:cNvPr>
          <p:cNvSpPr/>
          <p:nvPr/>
        </p:nvSpPr>
        <p:spPr>
          <a:xfrm>
            <a:off x="739537" y="4030285"/>
            <a:ext cx="2295211" cy="10810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Create Fact &amp; Dimension Tables in Redshift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9B2F70-B94A-1935-796A-E37D7042076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887142" y="3185239"/>
            <a:ext cx="1" cy="84504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0A6FDC5-1A8A-4692-3580-A538028A5BF0}"/>
              </a:ext>
            </a:extLst>
          </p:cNvPr>
          <p:cNvSpPr/>
          <p:nvPr/>
        </p:nvSpPr>
        <p:spPr>
          <a:xfrm>
            <a:off x="4182354" y="2778231"/>
            <a:ext cx="1613081" cy="179511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Fact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8B005B6-63AC-4872-4FF9-A645B1247F92}"/>
              </a:ext>
            </a:extLst>
          </p:cNvPr>
          <p:cNvSpPr/>
          <p:nvPr/>
        </p:nvSpPr>
        <p:spPr>
          <a:xfrm>
            <a:off x="4182354" y="1819447"/>
            <a:ext cx="1613081" cy="60680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Dimension 1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6A59843-2498-0E33-3F2B-E6850DADAAB4}"/>
              </a:ext>
            </a:extLst>
          </p:cNvPr>
          <p:cNvSpPr/>
          <p:nvPr/>
        </p:nvSpPr>
        <p:spPr>
          <a:xfrm>
            <a:off x="4173337" y="4889987"/>
            <a:ext cx="1613081" cy="60680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Dimension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950412-B11A-1F01-409E-7D036FD713DF}"/>
              </a:ext>
            </a:extLst>
          </p:cNvPr>
          <p:cNvSpPr/>
          <p:nvPr/>
        </p:nvSpPr>
        <p:spPr>
          <a:xfrm>
            <a:off x="6621334" y="3105686"/>
            <a:ext cx="2256039" cy="11402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Python Program (Multi-threading)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B613E0E-CCD9-1C24-E89D-1D61D3D68430}"/>
              </a:ext>
            </a:extLst>
          </p:cNvPr>
          <p:cNvCxnSpPr>
            <a:stCxn id="2" idx="1"/>
          </p:cNvCxnSpPr>
          <p:nvPr/>
        </p:nvCxnSpPr>
        <p:spPr>
          <a:xfrm flipH="1">
            <a:off x="8613913" y="1990035"/>
            <a:ext cx="1089361" cy="111565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FCB0ED-F835-FC30-EA9E-AFD279535E88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8877373" y="2991679"/>
            <a:ext cx="825900" cy="45679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127A482-3306-AEAD-FE95-84F0A6DE434D}"/>
              </a:ext>
            </a:extLst>
          </p:cNvPr>
          <p:cNvCxnSpPr>
            <a:cxnSpLocks/>
            <a:stCxn id="8" idx="1"/>
            <a:endCxn id="27" idx="3"/>
          </p:cNvCxnSpPr>
          <p:nvPr/>
        </p:nvCxnSpPr>
        <p:spPr>
          <a:xfrm flipH="1" flipV="1">
            <a:off x="8877373" y="3675790"/>
            <a:ext cx="825899" cy="32247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04C720-3C11-D635-8649-9B5434325EBD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8613913" y="4245893"/>
            <a:ext cx="1089358" cy="143812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CF6AB152-9124-0A22-10DD-504E2F6BD430}"/>
              </a:ext>
            </a:extLst>
          </p:cNvPr>
          <p:cNvCxnSpPr>
            <a:cxnSpLocks/>
          </p:cNvCxnSpPr>
          <p:nvPr/>
        </p:nvCxnSpPr>
        <p:spPr>
          <a:xfrm rot="10800000">
            <a:off x="5795436" y="2003584"/>
            <a:ext cx="825899" cy="1552939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63E5DCD5-4B56-8FC8-EFBE-5E99445BA45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86418" y="3808309"/>
            <a:ext cx="834916" cy="1517601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7B80B96-807A-6E07-8790-34ADB46E624A}"/>
              </a:ext>
            </a:extLst>
          </p:cNvPr>
          <p:cNvCxnSpPr>
            <a:cxnSpLocks/>
            <a:stCxn id="27" idx="1"/>
            <a:endCxn id="17" idx="3"/>
          </p:cNvCxnSpPr>
          <p:nvPr/>
        </p:nvCxnSpPr>
        <p:spPr>
          <a:xfrm flipH="1">
            <a:off x="5795435" y="3675790"/>
            <a:ext cx="825899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50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FC0993-D63D-D082-7FC2-92652B778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936487"/>
            <a:ext cx="6482080" cy="3891280"/>
          </a:xfrm>
        </p:spPr>
        <p:txBody>
          <a:bodyPr anchor="ctr"/>
          <a:lstStyle/>
          <a:p>
            <a:r>
              <a:rPr lang="en-US" sz="6600" b="1" dirty="0">
                <a:latin typeface="Avenir" panose="02000503020000020003" pitchFamily="2" charset="0"/>
              </a:rPr>
              <a:t>Thank you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C997839-F955-8ED7-6CE7-0718472C5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2635189"/>
            <a:ext cx="6482079" cy="1996696"/>
          </a:xfrm>
        </p:spPr>
        <p:txBody>
          <a:bodyPr anchor="ctr"/>
          <a:lstStyle/>
          <a:p>
            <a:r>
              <a:rPr lang="en-US" dirty="0">
                <a:latin typeface="Avenir" panose="02000503020000020003" pitchFamily="2" charset="0"/>
              </a:rPr>
              <a:t>www.3aayaam.in</a:t>
            </a:r>
          </a:p>
        </p:txBody>
      </p:sp>
      <p:pic>
        <p:nvPicPr>
          <p:cNvPr id="2050" name="Picture 2" descr="Sql - Free electronics icons">
            <a:extLst>
              <a:ext uri="{FF2B5EF4-FFF2-40B4-BE49-F238E27FC236}">
                <a16:creationId xmlns:a16="http://schemas.microsoft.com/office/drawing/2014/main" id="{F3C78E79-7A04-14F9-3E74-5402F81EE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31" y="936487"/>
            <a:ext cx="4985026" cy="498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781715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rand Strategy">
      <a:dk1>
        <a:srgbClr val="000000"/>
      </a:dk1>
      <a:lt1>
        <a:srgbClr val="FFFFFF"/>
      </a:lt1>
      <a:dk2>
        <a:srgbClr val="605E5D"/>
      </a:dk2>
      <a:lt2>
        <a:srgbClr val="F3F3F2"/>
      </a:lt2>
      <a:accent1>
        <a:srgbClr val="E1D5BD"/>
      </a:accent1>
      <a:accent2>
        <a:srgbClr val="F19E17"/>
      </a:accent2>
      <a:accent3>
        <a:srgbClr val="054E9D"/>
      </a:accent3>
      <a:accent4>
        <a:srgbClr val="E43728"/>
      </a:accent4>
      <a:accent5>
        <a:srgbClr val="037A40"/>
      </a:accent5>
      <a:accent6>
        <a:srgbClr val="B7894E"/>
      </a:accent6>
      <a:hlink>
        <a:srgbClr val="46B2B5"/>
      </a:hlink>
      <a:folHlink>
        <a:srgbClr val="A46694"/>
      </a:folHlink>
    </a:clrScheme>
    <a:fontScheme name="Custom 114">
      <a:majorFont>
        <a:latin typeface="Batang"/>
        <a:ea typeface=""/>
        <a:cs typeface=""/>
      </a:majorFont>
      <a:minorFont>
        <a:latin typeface="Batang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chemeClr val="bg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67530480_Win32_SL_V6" id="{5EFE515C-3270-40FF-9253-BCB6B949C23B}" vid="{DC137CA2-349F-49AE-B971-0990EDAC04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67A578C-4F08-45DA-B271-6EA481CF1F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8812E3-3662-426A-9954-7C309410CD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E57912-989C-4151-BEDE-679CD0C1293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Words>550</Words>
  <Application>Microsoft Macintosh PowerPoint</Application>
  <PresentationFormat>Widescreen</PresentationFormat>
  <Paragraphs>70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Avenir</vt:lpstr>
      <vt:lpstr>Avenir Book</vt:lpstr>
      <vt:lpstr>Calibri</vt:lpstr>
      <vt:lpstr>Courier New</vt:lpstr>
      <vt:lpstr>Gill Sans MT</vt:lpstr>
      <vt:lpstr>Badge</vt:lpstr>
      <vt:lpstr>Project 1 &amp; 2 Data Modelling  Python Coding 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Strategy</dc:title>
  <cp:lastModifiedBy>deep.content2208@gmail.com</cp:lastModifiedBy>
  <cp:revision>68</cp:revision>
  <cp:lastPrinted>2025-03-18T13:24:07Z</cp:lastPrinted>
  <dcterms:created xsi:type="dcterms:W3CDTF">2024-01-28T18:13:12Z</dcterms:created>
  <dcterms:modified xsi:type="dcterms:W3CDTF">2025-06-09T15:05:58Z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