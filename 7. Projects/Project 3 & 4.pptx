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4"/>
  </p:sldMasterIdLst>
  <p:notesMasterIdLst>
    <p:notesMasterId r:id="rId14"/>
  </p:notesMasterIdLst>
  <p:sldIdLst>
    <p:sldId id="309" r:id="rId5"/>
    <p:sldId id="311" r:id="rId6"/>
    <p:sldId id="312" r:id="rId7"/>
    <p:sldId id="319" r:id="rId8"/>
    <p:sldId id="320" r:id="rId9"/>
    <p:sldId id="321" r:id="rId10"/>
    <p:sldId id="313" r:id="rId11"/>
    <p:sldId id="314" r:id="rId12"/>
    <p:sldId id="291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EE1C8"/>
    <a:srgbClr val="93D1BA"/>
    <a:srgbClr val="7FB39E"/>
    <a:srgbClr val="8CC4AC"/>
    <a:srgbClr val="00B6B9"/>
    <a:srgbClr val="47C8AF"/>
    <a:srgbClr val="34DDC0"/>
    <a:srgbClr val="00C2C7"/>
    <a:srgbClr val="92FBDE"/>
    <a:srgbClr val="73FB7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D27102A9-8310-4765-A935-A1911B00CA55}"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856" autoAdjust="0"/>
    <p:restoredTop sz="96301" autoAdjust="0"/>
  </p:normalViewPr>
  <p:slideViewPr>
    <p:cSldViewPr snapToGrid="0">
      <p:cViewPr varScale="1">
        <p:scale>
          <a:sx n="113" d="100"/>
          <a:sy n="113" d="100"/>
        </p:scale>
        <p:origin x="752" y="4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EA0533-A760-432F-87BD-515264C2976F}" type="datetimeFigureOut">
              <a:rPr lang="en-US" smtClean="0"/>
              <a:t>3/20/25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B46F2B-1084-40BA-9F0A-B1F6847335C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20763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7199" y="2042159"/>
            <a:ext cx="6421121" cy="4358641"/>
          </a:xfrm>
        </p:spPr>
        <p:txBody>
          <a:bodyPr lIns="0" tIns="0" rIns="0" bIns="0" anchor="b" anchorCtr="0">
            <a:noAutofit/>
          </a:bodyPr>
          <a:lstStyle>
            <a:lvl1pPr algn="l">
              <a:defRPr sz="5400" b="0" i="0" spc="0" baseline="0">
                <a:solidFill>
                  <a:schemeClr val="bg1"/>
                </a:solidFill>
                <a:latin typeface="+mj-lt"/>
                <a:ea typeface="Batang" panose="02030600000101010101" pitchFamily="18" charset="-127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94FA5E09-BD6C-1A5B-0586-4CC9CBCFCE49}"/>
              </a:ext>
            </a:extLst>
          </p:cNvPr>
          <p:cNvSpPr>
            <a:spLocks noGrp="1"/>
          </p:cNvSpPr>
          <p:nvPr>
            <p:ph type="pic" idx="10"/>
          </p:nvPr>
        </p:nvSpPr>
        <p:spPr>
          <a:xfrm>
            <a:off x="7223760" y="457200"/>
            <a:ext cx="4572000" cy="5943600"/>
          </a:xfrm>
          <a:prstGeom prst="roundRect">
            <a:avLst>
              <a:gd name="adj" fmla="val 9214"/>
            </a:avLst>
          </a:prstGeom>
        </p:spPr>
        <p:txBody>
          <a:bodyPr anchor="t"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" name="Graphic 3">
            <a:extLst>
              <a:ext uri="{FF2B5EF4-FFF2-40B4-BE49-F238E27FC236}">
                <a16:creationId xmlns:a16="http://schemas.microsoft.com/office/drawing/2014/main" id="{9FE06712-2FA9-0215-EE17-4D43F700D9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rot="7814933">
            <a:off x="634498" y="412774"/>
            <a:ext cx="589385" cy="914400"/>
          </a:xfrm>
          <a:custGeom>
            <a:avLst/>
            <a:gdLst>
              <a:gd name="connsiteX0" fmla="*/ 688633 w 775111"/>
              <a:gd name="connsiteY0" fmla="*/ 614160 h 1202547"/>
              <a:gd name="connsiteX1" fmla="*/ 422295 w 775111"/>
              <a:gd name="connsiteY1" fmla="*/ 790934 h 1202547"/>
              <a:gd name="connsiteX2" fmla="*/ 434065 w 775111"/>
              <a:gd name="connsiteY2" fmla="*/ 627551 h 1202547"/>
              <a:gd name="connsiteX3" fmla="*/ 432291 w 775111"/>
              <a:gd name="connsiteY3" fmla="*/ 598155 h 1202547"/>
              <a:gd name="connsiteX4" fmla="*/ 653033 w 775111"/>
              <a:gd name="connsiteY4" fmla="*/ 522868 h 1202547"/>
              <a:gd name="connsiteX5" fmla="*/ 775111 w 775111"/>
              <a:gd name="connsiteY5" fmla="*/ 340522 h 1202547"/>
              <a:gd name="connsiteX6" fmla="*/ 753899 w 775111"/>
              <a:gd name="connsiteY6" fmla="*/ 286973 h 1202547"/>
              <a:gd name="connsiteX7" fmla="*/ 706962 w 775111"/>
              <a:gd name="connsiteY7" fmla="*/ 291854 h 1202547"/>
              <a:gd name="connsiteX8" fmla="*/ 559361 w 775111"/>
              <a:gd name="connsiteY8" fmla="*/ 395773 h 1202547"/>
              <a:gd name="connsiteX9" fmla="*/ 431596 w 775111"/>
              <a:gd name="connsiteY9" fmla="*/ 586634 h 1202547"/>
              <a:gd name="connsiteX10" fmla="*/ 415886 w 775111"/>
              <a:gd name="connsiteY10" fmla="*/ 326230 h 1202547"/>
              <a:gd name="connsiteX11" fmla="*/ 505124 w 775111"/>
              <a:gd name="connsiteY11" fmla="*/ 279222 h 1202547"/>
              <a:gd name="connsiteX12" fmla="*/ 650865 w 775111"/>
              <a:gd name="connsiteY12" fmla="*/ 142733 h 1202547"/>
              <a:gd name="connsiteX13" fmla="*/ 648013 w 775111"/>
              <a:gd name="connsiteY13" fmla="*/ 43638 h 1202547"/>
              <a:gd name="connsiteX14" fmla="*/ 561028 w 775111"/>
              <a:gd name="connsiteY14" fmla="*/ 8081 h 1202547"/>
              <a:gd name="connsiteX15" fmla="*/ 446920 w 775111"/>
              <a:gd name="connsiteY15" fmla="*/ 106919 h 1202547"/>
              <a:gd name="connsiteX16" fmla="*/ 375556 w 775111"/>
              <a:gd name="connsiteY16" fmla="*/ 306530 h 1202547"/>
              <a:gd name="connsiteX17" fmla="*/ 266719 w 775111"/>
              <a:gd name="connsiteY17" fmla="*/ 50476 h 1202547"/>
              <a:gd name="connsiteX18" fmla="*/ 142006 w 775111"/>
              <a:gd name="connsiteY18" fmla="*/ 2343 h 1202547"/>
              <a:gd name="connsiteX19" fmla="*/ 94252 w 775111"/>
              <a:gd name="connsiteY19" fmla="*/ 72387 h 1202547"/>
              <a:gd name="connsiteX20" fmla="*/ 160383 w 775111"/>
              <a:gd name="connsiteY20" fmla="*/ 187916 h 1202547"/>
              <a:gd name="connsiteX21" fmla="*/ 347098 w 775111"/>
              <a:gd name="connsiteY21" fmla="*/ 321457 h 1202547"/>
              <a:gd name="connsiteX22" fmla="*/ 365791 w 775111"/>
              <a:gd name="connsiteY22" fmla="*/ 587571 h 1202547"/>
              <a:gd name="connsiteX23" fmla="*/ 213157 w 775111"/>
              <a:gd name="connsiteY23" fmla="*/ 371515 h 1202547"/>
              <a:gd name="connsiteX24" fmla="*/ 134428 w 775111"/>
              <a:gd name="connsiteY24" fmla="*/ 338284 h 1202547"/>
              <a:gd name="connsiteX25" fmla="*/ 15913 w 775111"/>
              <a:gd name="connsiteY25" fmla="*/ 360828 h 1202547"/>
              <a:gd name="connsiteX26" fmla="*/ 4495 w 775111"/>
              <a:gd name="connsiteY26" fmla="*/ 427319 h 1202547"/>
              <a:gd name="connsiteX27" fmla="*/ 367374 w 775111"/>
              <a:gd name="connsiteY27" fmla="*/ 610741 h 1202547"/>
              <a:gd name="connsiteX28" fmla="*/ 368561 w 775111"/>
              <a:gd name="connsiteY28" fmla="*/ 628825 h 1202547"/>
              <a:gd name="connsiteX29" fmla="*/ 367788 w 775111"/>
              <a:gd name="connsiteY29" fmla="*/ 774822 h 1202547"/>
              <a:gd name="connsiteX30" fmla="*/ 364001 w 775111"/>
              <a:gd name="connsiteY30" fmla="*/ 790027 h 1202547"/>
              <a:gd name="connsiteX31" fmla="*/ 204562 w 775111"/>
              <a:gd name="connsiteY31" fmla="*/ 669543 h 1202547"/>
              <a:gd name="connsiteX32" fmla="*/ 99599 w 775111"/>
              <a:gd name="connsiteY32" fmla="*/ 643413 h 1202547"/>
              <a:gd name="connsiteX33" fmla="*/ 38341 w 775111"/>
              <a:gd name="connsiteY33" fmla="*/ 659663 h 1202547"/>
              <a:gd name="connsiteX34" fmla="*/ 49173 w 775111"/>
              <a:gd name="connsiteY34" fmla="*/ 749925 h 1202547"/>
              <a:gd name="connsiteX35" fmla="*/ 360326 w 775111"/>
              <a:gd name="connsiteY35" fmla="*/ 804865 h 1202547"/>
              <a:gd name="connsiteX36" fmla="*/ 313534 w 775111"/>
              <a:gd name="connsiteY36" fmla="*/ 1000121 h 1202547"/>
              <a:gd name="connsiteX37" fmla="*/ 153574 w 775111"/>
              <a:gd name="connsiteY37" fmla="*/ 895805 h 1202547"/>
              <a:gd name="connsiteX38" fmla="*/ 100486 w 775111"/>
              <a:gd name="connsiteY38" fmla="*/ 893171 h 1202547"/>
              <a:gd name="connsiteX39" fmla="*/ 79835 w 775111"/>
              <a:gd name="connsiteY39" fmla="*/ 983290 h 1202547"/>
              <a:gd name="connsiteX40" fmla="*/ 84107 w 775111"/>
              <a:gd name="connsiteY40" fmla="*/ 985685 h 1202547"/>
              <a:gd name="connsiteX41" fmla="*/ 220927 w 775111"/>
              <a:gd name="connsiteY41" fmla="*/ 1018771 h 1202547"/>
              <a:gd name="connsiteX42" fmla="*/ 310049 w 775111"/>
              <a:gd name="connsiteY42" fmla="*/ 1015306 h 1202547"/>
              <a:gd name="connsiteX43" fmla="*/ 276672 w 775111"/>
              <a:gd name="connsiteY43" fmla="*/ 1202541 h 1202547"/>
              <a:gd name="connsiteX44" fmla="*/ 393159 w 775111"/>
              <a:gd name="connsiteY44" fmla="*/ 1202546 h 1202547"/>
              <a:gd name="connsiteX45" fmla="*/ 406163 w 775111"/>
              <a:gd name="connsiteY45" fmla="*/ 1014883 h 1202547"/>
              <a:gd name="connsiteX46" fmla="*/ 641984 w 775111"/>
              <a:gd name="connsiteY46" fmla="*/ 985685 h 1202547"/>
              <a:gd name="connsiteX47" fmla="*/ 646260 w 775111"/>
              <a:gd name="connsiteY47" fmla="*/ 983290 h 1202547"/>
              <a:gd name="connsiteX48" fmla="*/ 625605 w 775111"/>
              <a:gd name="connsiteY48" fmla="*/ 893171 h 1202547"/>
              <a:gd name="connsiteX49" fmla="*/ 572518 w 775111"/>
              <a:gd name="connsiteY49" fmla="*/ 895805 h 1202547"/>
              <a:gd name="connsiteX50" fmla="*/ 406884 w 775111"/>
              <a:gd name="connsiteY50" fmla="*/ 1004870 h 1202547"/>
              <a:gd name="connsiteX51" fmla="*/ 421397 w 775111"/>
              <a:gd name="connsiteY51" fmla="*/ 803403 h 1202547"/>
              <a:gd name="connsiteX52" fmla="*/ 606364 w 775111"/>
              <a:gd name="connsiteY52" fmla="*/ 793201 h 1202547"/>
              <a:gd name="connsiteX53" fmla="*/ 761767 w 775111"/>
              <a:gd name="connsiteY53" fmla="*/ 722715 h 1202547"/>
              <a:gd name="connsiteX54" fmla="*/ 688633 w 775111"/>
              <a:gd name="connsiteY54" fmla="*/ 614160 h 1202547"/>
              <a:gd name="connsiteX55" fmla="*/ 688633 w 775111"/>
              <a:gd name="connsiteY55" fmla="*/ 614160 h 12025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775111" h="1202547">
                <a:moveTo>
                  <a:pt x="688633" y="614160"/>
                </a:moveTo>
                <a:cubicBezTo>
                  <a:pt x="589814" y="619072"/>
                  <a:pt x="462599" y="744763"/>
                  <a:pt x="422295" y="790934"/>
                </a:cubicBezTo>
                <a:lnTo>
                  <a:pt x="434065" y="627551"/>
                </a:lnTo>
                <a:lnTo>
                  <a:pt x="432291" y="598155"/>
                </a:lnTo>
                <a:cubicBezTo>
                  <a:pt x="465796" y="587469"/>
                  <a:pt x="603072" y="543413"/>
                  <a:pt x="653033" y="522868"/>
                </a:cubicBezTo>
                <a:cubicBezTo>
                  <a:pt x="710128" y="499398"/>
                  <a:pt x="774867" y="400385"/>
                  <a:pt x="775111" y="340522"/>
                </a:cubicBezTo>
                <a:cubicBezTo>
                  <a:pt x="775237" y="308322"/>
                  <a:pt x="764163" y="293653"/>
                  <a:pt x="753899" y="286973"/>
                </a:cubicBezTo>
                <a:cubicBezTo>
                  <a:pt x="745079" y="281234"/>
                  <a:pt x="734947" y="280762"/>
                  <a:pt x="706962" y="291854"/>
                </a:cubicBezTo>
                <a:cubicBezTo>
                  <a:pt x="672244" y="306096"/>
                  <a:pt x="612885" y="336852"/>
                  <a:pt x="559361" y="395773"/>
                </a:cubicBezTo>
                <a:cubicBezTo>
                  <a:pt x="494622" y="467036"/>
                  <a:pt x="448223" y="553487"/>
                  <a:pt x="431596" y="586634"/>
                </a:cubicBezTo>
                <a:lnTo>
                  <a:pt x="415886" y="326230"/>
                </a:lnTo>
                <a:cubicBezTo>
                  <a:pt x="448491" y="308610"/>
                  <a:pt x="487236" y="287904"/>
                  <a:pt x="505124" y="279222"/>
                </a:cubicBezTo>
                <a:cubicBezTo>
                  <a:pt x="539011" y="262772"/>
                  <a:pt x="614789" y="200079"/>
                  <a:pt x="650865" y="142733"/>
                </a:cubicBezTo>
                <a:cubicBezTo>
                  <a:pt x="670258" y="111900"/>
                  <a:pt x="660855" y="73008"/>
                  <a:pt x="648013" y="43638"/>
                </a:cubicBezTo>
                <a:cubicBezTo>
                  <a:pt x="636969" y="18383"/>
                  <a:pt x="611502" y="0"/>
                  <a:pt x="561028" y="8081"/>
                </a:cubicBezTo>
                <a:cubicBezTo>
                  <a:pt x="536868" y="14946"/>
                  <a:pt x="483654" y="26614"/>
                  <a:pt x="446920" y="106919"/>
                </a:cubicBezTo>
                <a:cubicBezTo>
                  <a:pt x="417222" y="166895"/>
                  <a:pt x="390645" y="253065"/>
                  <a:pt x="375556" y="306530"/>
                </a:cubicBezTo>
                <a:cubicBezTo>
                  <a:pt x="367470" y="244477"/>
                  <a:pt x="342339" y="120846"/>
                  <a:pt x="266719" y="50476"/>
                </a:cubicBezTo>
                <a:cubicBezTo>
                  <a:pt x="213389" y="849"/>
                  <a:pt x="170811" y="-4346"/>
                  <a:pt x="142006" y="2343"/>
                </a:cubicBezTo>
                <a:cubicBezTo>
                  <a:pt x="114719" y="8681"/>
                  <a:pt x="94672" y="22438"/>
                  <a:pt x="94252" y="72387"/>
                </a:cubicBezTo>
                <a:cubicBezTo>
                  <a:pt x="95747" y="105616"/>
                  <a:pt x="109010" y="150770"/>
                  <a:pt x="160383" y="187916"/>
                </a:cubicBezTo>
                <a:cubicBezTo>
                  <a:pt x="203200" y="218876"/>
                  <a:pt x="297409" y="286057"/>
                  <a:pt x="347098" y="321457"/>
                </a:cubicBezTo>
                <a:cubicBezTo>
                  <a:pt x="350491" y="369359"/>
                  <a:pt x="360722" y="513971"/>
                  <a:pt x="365791" y="587571"/>
                </a:cubicBezTo>
                <a:cubicBezTo>
                  <a:pt x="336430" y="533176"/>
                  <a:pt x="264993" y="407542"/>
                  <a:pt x="213157" y="371515"/>
                </a:cubicBezTo>
                <a:cubicBezTo>
                  <a:pt x="189223" y="354880"/>
                  <a:pt x="160908" y="344612"/>
                  <a:pt x="134428" y="338284"/>
                </a:cubicBezTo>
                <a:cubicBezTo>
                  <a:pt x="87043" y="326959"/>
                  <a:pt x="46786" y="326081"/>
                  <a:pt x="15913" y="360828"/>
                </a:cubicBezTo>
                <a:cubicBezTo>
                  <a:pt x="3472" y="379252"/>
                  <a:pt x="-5958" y="403346"/>
                  <a:pt x="4495" y="427319"/>
                </a:cubicBezTo>
                <a:cubicBezTo>
                  <a:pt x="54369" y="541701"/>
                  <a:pt x="309232" y="599036"/>
                  <a:pt x="367374" y="610741"/>
                </a:cubicBezTo>
                <a:cubicBezTo>
                  <a:pt x="367946" y="619209"/>
                  <a:pt x="368358" y="625472"/>
                  <a:pt x="368561" y="628825"/>
                </a:cubicBezTo>
                <a:cubicBezTo>
                  <a:pt x="370482" y="660662"/>
                  <a:pt x="367788" y="774822"/>
                  <a:pt x="367788" y="774822"/>
                </a:cubicBezTo>
                <a:cubicBezTo>
                  <a:pt x="367788" y="774822"/>
                  <a:pt x="366408" y="780330"/>
                  <a:pt x="364001" y="790027"/>
                </a:cubicBezTo>
                <a:cubicBezTo>
                  <a:pt x="329186" y="758093"/>
                  <a:pt x="243707" y="682180"/>
                  <a:pt x="204562" y="669543"/>
                </a:cubicBezTo>
                <a:cubicBezTo>
                  <a:pt x="172915" y="659327"/>
                  <a:pt x="131452" y="648478"/>
                  <a:pt x="99599" y="643413"/>
                </a:cubicBezTo>
                <a:cubicBezTo>
                  <a:pt x="81325" y="640509"/>
                  <a:pt x="55686" y="634766"/>
                  <a:pt x="38341" y="659663"/>
                </a:cubicBezTo>
                <a:cubicBezTo>
                  <a:pt x="22688" y="684519"/>
                  <a:pt x="14697" y="728193"/>
                  <a:pt x="49173" y="749925"/>
                </a:cubicBezTo>
                <a:cubicBezTo>
                  <a:pt x="91636" y="776697"/>
                  <a:pt x="292127" y="803377"/>
                  <a:pt x="360326" y="804865"/>
                </a:cubicBezTo>
                <a:cubicBezTo>
                  <a:pt x="350120" y="846180"/>
                  <a:pt x="331066" y="924096"/>
                  <a:pt x="313534" y="1000121"/>
                </a:cubicBezTo>
                <a:cubicBezTo>
                  <a:pt x="278443" y="970898"/>
                  <a:pt x="197109" y="906134"/>
                  <a:pt x="153574" y="895805"/>
                </a:cubicBezTo>
                <a:cubicBezTo>
                  <a:pt x="134361" y="891245"/>
                  <a:pt x="116152" y="891219"/>
                  <a:pt x="100486" y="893171"/>
                </a:cubicBezTo>
                <a:cubicBezTo>
                  <a:pt x="55677" y="898745"/>
                  <a:pt x="41311" y="959540"/>
                  <a:pt x="79835" y="983290"/>
                </a:cubicBezTo>
                <a:cubicBezTo>
                  <a:pt x="81199" y="984131"/>
                  <a:pt x="82622" y="984931"/>
                  <a:pt x="84107" y="985685"/>
                </a:cubicBezTo>
                <a:cubicBezTo>
                  <a:pt x="125680" y="1006832"/>
                  <a:pt x="194112" y="1019484"/>
                  <a:pt x="220927" y="1018771"/>
                </a:cubicBezTo>
                <a:cubicBezTo>
                  <a:pt x="239281" y="1018276"/>
                  <a:pt x="283785" y="1016427"/>
                  <a:pt x="310049" y="1015306"/>
                </a:cubicBezTo>
                <a:cubicBezTo>
                  <a:pt x="287686" y="1113140"/>
                  <a:pt x="269049" y="1203433"/>
                  <a:pt x="276672" y="1202541"/>
                </a:cubicBezTo>
                <a:cubicBezTo>
                  <a:pt x="294363" y="1201807"/>
                  <a:pt x="393159" y="1202546"/>
                  <a:pt x="393159" y="1202546"/>
                </a:cubicBezTo>
                <a:lnTo>
                  <a:pt x="406163" y="1014883"/>
                </a:lnTo>
                <a:cubicBezTo>
                  <a:pt x="501071" y="1033843"/>
                  <a:pt x="600412" y="1006832"/>
                  <a:pt x="641984" y="985685"/>
                </a:cubicBezTo>
                <a:cubicBezTo>
                  <a:pt x="643468" y="984931"/>
                  <a:pt x="644892" y="984131"/>
                  <a:pt x="646260" y="983290"/>
                </a:cubicBezTo>
                <a:cubicBezTo>
                  <a:pt x="684782" y="959540"/>
                  <a:pt x="670415" y="898745"/>
                  <a:pt x="625605" y="893171"/>
                </a:cubicBezTo>
                <a:cubicBezTo>
                  <a:pt x="609941" y="891219"/>
                  <a:pt x="591729" y="891245"/>
                  <a:pt x="572518" y="895805"/>
                </a:cubicBezTo>
                <a:cubicBezTo>
                  <a:pt x="526447" y="906735"/>
                  <a:pt x="438009" y="978654"/>
                  <a:pt x="406884" y="1004870"/>
                </a:cubicBezTo>
                <a:lnTo>
                  <a:pt x="421397" y="803403"/>
                </a:lnTo>
                <a:cubicBezTo>
                  <a:pt x="454162" y="802888"/>
                  <a:pt x="562832" y="800646"/>
                  <a:pt x="606364" y="793201"/>
                </a:cubicBezTo>
                <a:cubicBezTo>
                  <a:pt x="690396" y="778832"/>
                  <a:pt x="730407" y="763601"/>
                  <a:pt x="761767" y="722715"/>
                </a:cubicBezTo>
                <a:cubicBezTo>
                  <a:pt x="783115" y="694873"/>
                  <a:pt x="744947" y="611357"/>
                  <a:pt x="688633" y="614160"/>
                </a:cubicBezTo>
                <a:lnTo>
                  <a:pt x="688633" y="614160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  <a:alpha val="50000"/>
            </a:scheme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283021" y="457200"/>
            <a:ext cx="5484855" cy="2184400"/>
          </a:xfrm>
        </p:spPr>
        <p:txBody>
          <a:bodyPr lIns="0" tIns="0" rIns="0" bIns="0" anchor="t" anchorCtr="0">
            <a:noAutofit/>
          </a:bodyPr>
          <a:lstStyle>
            <a:lvl1pPr algn="l"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FC24187-20DB-C6E6-5614-050D1153263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1766878-3199-4EAB-94E7-2D6D11070E1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F6CC7DD9-B902-41D1-40BC-0599B053598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www.3aayaam.in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A7940FF-19BA-CCFA-DACF-D2577C8011AE}"/>
              </a:ext>
            </a:extLst>
          </p:cNvPr>
          <p:cNvSpPr>
            <a:spLocks noGrp="1"/>
          </p:cNvSpPr>
          <p:nvPr>
            <p:ph type="pic" idx="12"/>
          </p:nvPr>
        </p:nvSpPr>
        <p:spPr>
          <a:xfrm>
            <a:off x="1280160" y="457200"/>
            <a:ext cx="4572000" cy="5943600"/>
          </a:xfrm>
          <a:prstGeom prst="roundRect">
            <a:avLst>
              <a:gd name="adj" fmla="val 9214"/>
            </a:avLst>
          </a:prstGeom>
        </p:spPr>
        <p:txBody>
          <a:bodyPr anchor="t">
            <a:normAutofit/>
          </a:bodyPr>
          <a:lstStyle>
            <a:lvl1pPr marL="0" indent="0" algn="ctr">
              <a:buNone/>
              <a:defRPr sz="2800">
                <a:latin typeface="+mj-lt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286465" y="2743200"/>
            <a:ext cx="5484855" cy="3657600"/>
          </a:xfrm>
          <a:prstGeom prst="roundRect">
            <a:avLst>
              <a:gd name="adj" fmla="val 11906"/>
            </a:avLst>
          </a:prstGeom>
          <a:ln w="19050">
            <a:solidFill>
              <a:schemeClr val="accent3">
                <a:lumMod val="60000"/>
                <a:lumOff val="40000"/>
              </a:schemeClr>
            </a:solidFill>
          </a:ln>
        </p:spPr>
        <p:txBody>
          <a:bodyPr lIns="228600" tIns="0" rIns="0" bIns="0" anchor="ctr" anchorCtr="0">
            <a:noAutofit/>
          </a:bodyPr>
          <a:lstStyle>
            <a:lvl1pPr indent="-365760">
              <a:lnSpc>
                <a:spcPct val="150000"/>
              </a:lnSpc>
              <a:buClr>
                <a:schemeClr val="accent3">
                  <a:lumMod val="60000"/>
                  <a:lumOff val="40000"/>
                </a:schemeClr>
              </a:buClr>
              <a:defRPr sz="1800" cap="none" spc="0" baseline="0">
                <a:solidFill>
                  <a:schemeClr val="accent3">
                    <a:lumMod val="75000"/>
                  </a:schemeClr>
                </a:solidFill>
              </a:defRPr>
            </a:lvl1pPr>
            <a:lvl2pPr indent="-365760">
              <a:lnSpc>
                <a:spcPct val="150000"/>
              </a:lnSpc>
              <a:buClr>
                <a:schemeClr val="accent3">
                  <a:lumMod val="60000"/>
                  <a:lumOff val="40000"/>
                </a:schemeClr>
              </a:buClr>
              <a:defRPr sz="1800" cap="none" spc="0" baseline="0">
                <a:solidFill>
                  <a:schemeClr val="accent3">
                    <a:lumMod val="75000"/>
                  </a:schemeClr>
                </a:solidFill>
              </a:defRPr>
            </a:lvl2pPr>
            <a:lvl3pPr indent="-365760">
              <a:lnSpc>
                <a:spcPct val="150000"/>
              </a:lnSpc>
              <a:buClr>
                <a:schemeClr val="accent3">
                  <a:lumMod val="60000"/>
                  <a:lumOff val="40000"/>
                </a:schemeClr>
              </a:buClr>
              <a:defRPr sz="1800" cap="none" spc="0" baseline="0">
                <a:solidFill>
                  <a:schemeClr val="accent3">
                    <a:lumMod val="75000"/>
                  </a:schemeClr>
                </a:solidFill>
              </a:defRPr>
            </a:lvl3pPr>
            <a:lvl4pPr indent="-365760">
              <a:lnSpc>
                <a:spcPct val="150000"/>
              </a:lnSpc>
              <a:buClr>
                <a:schemeClr val="accent3">
                  <a:lumMod val="60000"/>
                  <a:lumOff val="40000"/>
                </a:schemeClr>
              </a:buClr>
              <a:defRPr sz="1800" cap="none" spc="0" baseline="0">
                <a:solidFill>
                  <a:schemeClr val="accent3">
                    <a:lumMod val="75000"/>
                  </a:schemeClr>
                </a:solidFill>
              </a:defRPr>
            </a:lvl4pPr>
            <a:lvl5pPr indent="-365760">
              <a:lnSpc>
                <a:spcPct val="150000"/>
              </a:lnSpc>
              <a:buClr>
                <a:schemeClr val="accent3">
                  <a:lumMod val="60000"/>
                  <a:lumOff val="40000"/>
                </a:schemeClr>
              </a:buClr>
              <a:defRPr sz="1800" cap="none" spc="0" baseline="0">
                <a:solidFill>
                  <a:schemeClr val="accent3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280160" y="4196081"/>
            <a:ext cx="5486400" cy="2204720"/>
          </a:xfrm>
        </p:spPr>
        <p:txBody>
          <a:bodyPr lIns="0" tIns="0" rIns="0" bIns="0" anchor="b" anchorCtr="0">
            <a:noAutofit/>
          </a:bodyPr>
          <a:lstStyle>
            <a:lvl1pPr algn="l"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FC24187-20DB-C6E6-5614-050D1153263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1766878-3199-4EAB-94E7-2D6D11070E1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F6CC7DD9-B902-41D1-40BC-0599B053598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www.3aayaam.in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1280160" y="457201"/>
            <a:ext cx="5486400" cy="3657600"/>
          </a:xfrm>
          <a:prstGeom prst="roundRect">
            <a:avLst>
              <a:gd name="adj" fmla="val 10238"/>
            </a:avLst>
          </a:prstGeom>
          <a:noFill/>
          <a:ln w="19050">
            <a:solidFill>
              <a:schemeClr val="accent3">
                <a:lumMod val="60000"/>
                <a:lumOff val="40000"/>
              </a:schemeClr>
            </a:solidFill>
          </a:ln>
        </p:spPr>
        <p:txBody>
          <a:bodyPr lIns="0" tIns="0" rIns="0" bIns="0" anchor="ctr" anchorCtr="0">
            <a:noAutofit/>
          </a:bodyPr>
          <a:lstStyle>
            <a:lvl1pPr marL="0" indent="0">
              <a:lnSpc>
                <a:spcPct val="110000"/>
              </a:lnSpc>
              <a:buClr>
                <a:schemeClr val="accent3">
                  <a:lumMod val="60000"/>
                  <a:lumOff val="40000"/>
                </a:schemeClr>
              </a:buClr>
              <a:buFont typeface="Arial" panose="020B0604020202020204" pitchFamily="34" charset="0"/>
              <a:buNone/>
              <a:defRPr sz="1800" cap="none" spc="0" baseline="0">
                <a:solidFill>
                  <a:schemeClr val="accent3">
                    <a:lumMod val="50000"/>
                  </a:schemeClr>
                </a:solidFill>
              </a:defRPr>
            </a:lvl1pPr>
            <a:lvl2pPr marL="411480" indent="0">
              <a:lnSpc>
                <a:spcPct val="110000"/>
              </a:lnSpc>
              <a:buClr>
                <a:schemeClr val="accent3">
                  <a:lumMod val="75000"/>
                </a:schemeClr>
              </a:buClr>
              <a:buNone/>
              <a:defRPr sz="1800" cap="none" spc="0" baseline="0">
                <a:solidFill>
                  <a:schemeClr val="accent3">
                    <a:lumMod val="50000"/>
                  </a:schemeClr>
                </a:solidFill>
              </a:defRPr>
            </a:lvl2pPr>
            <a:lvl3pPr marL="868680" indent="0">
              <a:lnSpc>
                <a:spcPct val="110000"/>
              </a:lnSpc>
              <a:buClr>
                <a:schemeClr val="accent3">
                  <a:lumMod val="75000"/>
                </a:schemeClr>
              </a:buClr>
              <a:buNone/>
              <a:defRPr sz="1800" cap="none" spc="0" baseline="0">
                <a:solidFill>
                  <a:schemeClr val="accent3">
                    <a:lumMod val="50000"/>
                  </a:schemeClr>
                </a:solidFill>
              </a:defRPr>
            </a:lvl3pPr>
            <a:lvl4pPr marL="1325880" indent="0">
              <a:lnSpc>
                <a:spcPct val="110000"/>
              </a:lnSpc>
              <a:buClr>
                <a:schemeClr val="accent3">
                  <a:lumMod val="75000"/>
                </a:schemeClr>
              </a:buClr>
              <a:buNone/>
              <a:defRPr sz="1800" cap="none" spc="0" baseline="0">
                <a:solidFill>
                  <a:schemeClr val="accent3">
                    <a:lumMod val="50000"/>
                  </a:schemeClr>
                </a:solidFill>
              </a:defRPr>
            </a:lvl4pPr>
            <a:lvl5pPr marL="1783080" indent="0">
              <a:lnSpc>
                <a:spcPct val="110000"/>
              </a:lnSpc>
              <a:buClr>
                <a:schemeClr val="accent3">
                  <a:lumMod val="75000"/>
                </a:schemeClr>
              </a:buClr>
              <a:buNone/>
              <a:defRPr sz="1800" cap="none" spc="0" baseline="0">
                <a:solidFill>
                  <a:schemeClr val="accent3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28A2B7A8-FA7E-0D94-B5AC-687088C7F1FB}"/>
              </a:ext>
            </a:extLst>
          </p:cNvPr>
          <p:cNvSpPr>
            <a:spLocks noGrp="1"/>
          </p:cNvSpPr>
          <p:nvPr>
            <p:ph type="pic" idx="12"/>
          </p:nvPr>
        </p:nvSpPr>
        <p:spPr>
          <a:xfrm>
            <a:off x="7223760" y="457200"/>
            <a:ext cx="4572000" cy="5943600"/>
          </a:xfrm>
          <a:prstGeom prst="roundRect">
            <a:avLst>
              <a:gd name="adj" fmla="val 9214"/>
            </a:avLst>
          </a:prstGeom>
          <a:ln w="28575"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7375199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0" y="2809460"/>
            <a:ext cx="10515600" cy="3200400"/>
          </a:xfrm>
        </p:spPr>
        <p:txBody>
          <a:bodyPr lIns="0" tIns="0" rIns="0" bIns="0" anchor="b" anchorCtr="0">
            <a:noAutofit/>
          </a:bodyPr>
          <a:lstStyle>
            <a:lvl1pPr algn="l">
              <a:defRPr sz="5400" b="0" i="0" spc="0" baseline="0">
                <a:solidFill>
                  <a:schemeClr val="accent3">
                    <a:lumMod val="75000"/>
                  </a:schemeClr>
                </a:solidFill>
                <a:latin typeface="Avenir" panose="02000503020000020003" pitchFamily="2" charset="0"/>
                <a:ea typeface="Batang" panose="02030600000101010101" pitchFamily="18" charset="-127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914400" y="914400"/>
            <a:ext cx="5943600" cy="1828800"/>
          </a:xfrm>
        </p:spPr>
        <p:txBody>
          <a:bodyPr lIns="0" tIns="0" rIns="0" bIns="0" anchor="t" anchorCtr="0">
            <a:noAutofit/>
          </a:bodyPr>
          <a:lstStyle>
            <a:lvl1pPr marL="0" indent="0" algn="l">
              <a:lnSpc>
                <a:spcPct val="100000"/>
              </a:lnSpc>
              <a:buNone/>
              <a:defRPr sz="2400" b="0" i="0" cap="none" spc="0" baseline="0">
                <a:solidFill>
                  <a:schemeClr val="accent3">
                    <a:lumMod val="75000"/>
                  </a:schemeClr>
                </a:solidFill>
                <a:latin typeface="Avenir" panose="02000503020000020003" pitchFamily="2" charset="0"/>
                <a:ea typeface="Batang" panose="02030600000101010101" pitchFamily="18" charset="-12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B19CA409-5A19-24AF-D8B3-DF00B96158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57199" y="457200"/>
            <a:ext cx="11277601" cy="5943600"/>
          </a:xfrm>
          <a:prstGeom prst="roundRect">
            <a:avLst>
              <a:gd name="adj" fmla="val 7079"/>
            </a:avLst>
          </a:prstGeom>
          <a:noFill/>
          <a:ln w="1905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" panose="02000503020000020003" pitchFamily="2" charset="0"/>
            </a:endParaRPr>
          </a:p>
        </p:txBody>
      </p:sp>
      <p:sp>
        <p:nvSpPr>
          <p:cNvPr id="9" name="Graphic 3">
            <a:extLst>
              <a:ext uri="{FF2B5EF4-FFF2-40B4-BE49-F238E27FC236}">
                <a16:creationId xmlns:a16="http://schemas.microsoft.com/office/drawing/2014/main" id="{2C991B9B-B377-E1F5-7D66-13D0618D77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rot="13785067" flipH="1">
            <a:off x="10595949" y="757332"/>
            <a:ext cx="589385" cy="914400"/>
          </a:xfrm>
          <a:custGeom>
            <a:avLst/>
            <a:gdLst>
              <a:gd name="connsiteX0" fmla="*/ 688633 w 775111"/>
              <a:gd name="connsiteY0" fmla="*/ 614160 h 1202547"/>
              <a:gd name="connsiteX1" fmla="*/ 422295 w 775111"/>
              <a:gd name="connsiteY1" fmla="*/ 790934 h 1202547"/>
              <a:gd name="connsiteX2" fmla="*/ 434065 w 775111"/>
              <a:gd name="connsiteY2" fmla="*/ 627551 h 1202547"/>
              <a:gd name="connsiteX3" fmla="*/ 432291 w 775111"/>
              <a:gd name="connsiteY3" fmla="*/ 598155 h 1202547"/>
              <a:gd name="connsiteX4" fmla="*/ 653033 w 775111"/>
              <a:gd name="connsiteY4" fmla="*/ 522868 h 1202547"/>
              <a:gd name="connsiteX5" fmla="*/ 775111 w 775111"/>
              <a:gd name="connsiteY5" fmla="*/ 340522 h 1202547"/>
              <a:gd name="connsiteX6" fmla="*/ 753899 w 775111"/>
              <a:gd name="connsiteY6" fmla="*/ 286973 h 1202547"/>
              <a:gd name="connsiteX7" fmla="*/ 706962 w 775111"/>
              <a:gd name="connsiteY7" fmla="*/ 291854 h 1202547"/>
              <a:gd name="connsiteX8" fmla="*/ 559361 w 775111"/>
              <a:gd name="connsiteY8" fmla="*/ 395773 h 1202547"/>
              <a:gd name="connsiteX9" fmla="*/ 431596 w 775111"/>
              <a:gd name="connsiteY9" fmla="*/ 586634 h 1202547"/>
              <a:gd name="connsiteX10" fmla="*/ 415886 w 775111"/>
              <a:gd name="connsiteY10" fmla="*/ 326230 h 1202547"/>
              <a:gd name="connsiteX11" fmla="*/ 505124 w 775111"/>
              <a:gd name="connsiteY11" fmla="*/ 279222 h 1202547"/>
              <a:gd name="connsiteX12" fmla="*/ 650865 w 775111"/>
              <a:gd name="connsiteY12" fmla="*/ 142733 h 1202547"/>
              <a:gd name="connsiteX13" fmla="*/ 648013 w 775111"/>
              <a:gd name="connsiteY13" fmla="*/ 43638 h 1202547"/>
              <a:gd name="connsiteX14" fmla="*/ 561028 w 775111"/>
              <a:gd name="connsiteY14" fmla="*/ 8081 h 1202547"/>
              <a:gd name="connsiteX15" fmla="*/ 446920 w 775111"/>
              <a:gd name="connsiteY15" fmla="*/ 106919 h 1202547"/>
              <a:gd name="connsiteX16" fmla="*/ 375556 w 775111"/>
              <a:gd name="connsiteY16" fmla="*/ 306530 h 1202547"/>
              <a:gd name="connsiteX17" fmla="*/ 266719 w 775111"/>
              <a:gd name="connsiteY17" fmla="*/ 50476 h 1202547"/>
              <a:gd name="connsiteX18" fmla="*/ 142006 w 775111"/>
              <a:gd name="connsiteY18" fmla="*/ 2343 h 1202547"/>
              <a:gd name="connsiteX19" fmla="*/ 94252 w 775111"/>
              <a:gd name="connsiteY19" fmla="*/ 72387 h 1202547"/>
              <a:gd name="connsiteX20" fmla="*/ 160383 w 775111"/>
              <a:gd name="connsiteY20" fmla="*/ 187916 h 1202547"/>
              <a:gd name="connsiteX21" fmla="*/ 347098 w 775111"/>
              <a:gd name="connsiteY21" fmla="*/ 321457 h 1202547"/>
              <a:gd name="connsiteX22" fmla="*/ 365791 w 775111"/>
              <a:gd name="connsiteY22" fmla="*/ 587571 h 1202547"/>
              <a:gd name="connsiteX23" fmla="*/ 213157 w 775111"/>
              <a:gd name="connsiteY23" fmla="*/ 371515 h 1202547"/>
              <a:gd name="connsiteX24" fmla="*/ 134428 w 775111"/>
              <a:gd name="connsiteY24" fmla="*/ 338284 h 1202547"/>
              <a:gd name="connsiteX25" fmla="*/ 15913 w 775111"/>
              <a:gd name="connsiteY25" fmla="*/ 360828 h 1202547"/>
              <a:gd name="connsiteX26" fmla="*/ 4495 w 775111"/>
              <a:gd name="connsiteY26" fmla="*/ 427319 h 1202547"/>
              <a:gd name="connsiteX27" fmla="*/ 367374 w 775111"/>
              <a:gd name="connsiteY27" fmla="*/ 610741 h 1202547"/>
              <a:gd name="connsiteX28" fmla="*/ 368561 w 775111"/>
              <a:gd name="connsiteY28" fmla="*/ 628825 h 1202547"/>
              <a:gd name="connsiteX29" fmla="*/ 367788 w 775111"/>
              <a:gd name="connsiteY29" fmla="*/ 774822 h 1202547"/>
              <a:gd name="connsiteX30" fmla="*/ 364001 w 775111"/>
              <a:gd name="connsiteY30" fmla="*/ 790027 h 1202547"/>
              <a:gd name="connsiteX31" fmla="*/ 204562 w 775111"/>
              <a:gd name="connsiteY31" fmla="*/ 669543 h 1202547"/>
              <a:gd name="connsiteX32" fmla="*/ 99599 w 775111"/>
              <a:gd name="connsiteY32" fmla="*/ 643413 h 1202547"/>
              <a:gd name="connsiteX33" fmla="*/ 38341 w 775111"/>
              <a:gd name="connsiteY33" fmla="*/ 659663 h 1202547"/>
              <a:gd name="connsiteX34" fmla="*/ 49173 w 775111"/>
              <a:gd name="connsiteY34" fmla="*/ 749925 h 1202547"/>
              <a:gd name="connsiteX35" fmla="*/ 360326 w 775111"/>
              <a:gd name="connsiteY35" fmla="*/ 804865 h 1202547"/>
              <a:gd name="connsiteX36" fmla="*/ 313534 w 775111"/>
              <a:gd name="connsiteY36" fmla="*/ 1000121 h 1202547"/>
              <a:gd name="connsiteX37" fmla="*/ 153574 w 775111"/>
              <a:gd name="connsiteY37" fmla="*/ 895805 h 1202547"/>
              <a:gd name="connsiteX38" fmla="*/ 100486 w 775111"/>
              <a:gd name="connsiteY38" fmla="*/ 893171 h 1202547"/>
              <a:gd name="connsiteX39" fmla="*/ 79835 w 775111"/>
              <a:gd name="connsiteY39" fmla="*/ 983290 h 1202547"/>
              <a:gd name="connsiteX40" fmla="*/ 84107 w 775111"/>
              <a:gd name="connsiteY40" fmla="*/ 985685 h 1202547"/>
              <a:gd name="connsiteX41" fmla="*/ 220927 w 775111"/>
              <a:gd name="connsiteY41" fmla="*/ 1018771 h 1202547"/>
              <a:gd name="connsiteX42" fmla="*/ 310049 w 775111"/>
              <a:gd name="connsiteY42" fmla="*/ 1015306 h 1202547"/>
              <a:gd name="connsiteX43" fmla="*/ 276672 w 775111"/>
              <a:gd name="connsiteY43" fmla="*/ 1202541 h 1202547"/>
              <a:gd name="connsiteX44" fmla="*/ 393159 w 775111"/>
              <a:gd name="connsiteY44" fmla="*/ 1202546 h 1202547"/>
              <a:gd name="connsiteX45" fmla="*/ 406163 w 775111"/>
              <a:gd name="connsiteY45" fmla="*/ 1014883 h 1202547"/>
              <a:gd name="connsiteX46" fmla="*/ 641984 w 775111"/>
              <a:gd name="connsiteY46" fmla="*/ 985685 h 1202547"/>
              <a:gd name="connsiteX47" fmla="*/ 646260 w 775111"/>
              <a:gd name="connsiteY47" fmla="*/ 983290 h 1202547"/>
              <a:gd name="connsiteX48" fmla="*/ 625605 w 775111"/>
              <a:gd name="connsiteY48" fmla="*/ 893171 h 1202547"/>
              <a:gd name="connsiteX49" fmla="*/ 572518 w 775111"/>
              <a:gd name="connsiteY49" fmla="*/ 895805 h 1202547"/>
              <a:gd name="connsiteX50" fmla="*/ 406884 w 775111"/>
              <a:gd name="connsiteY50" fmla="*/ 1004870 h 1202547"/>
              <a:gd name="connsiteX51" fmla="*/ 421397 w 775111"/>
              <a:gd name="connsiteY51" fmla="*/ 803403 h 1202547"/>
              <a:gd name="connsiteX52" fmla="*/ 606364 w 775111"/>
              <a:gd name="connsiteY52" fmla="*/ 793201 h 1202547"/>
              <a:gd name="connsiteX53" fmla="*/ 761767 w 775111"/>
              <a:gd name="connsiteY53" fmla="*/ 722715 h 1202547"/>
              <a:gd name="connsiteX54" fmla="*/ 688633 w 775111"/>
              <a:gd name="connsiteY54" fmla="*/ 614160 h 1202547"/>
              <a:gd name="connsiteX55" fmla="*/ 688633 w 775111"/>
              <a:gd name="connsiteY55" fmla="*/ 614160 h 12025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775111" h="1202547">
                <a:moveTo>
                  <a:pt x="688633" y="614160"/>
                </a:moveTo>
                <a:cubicBezTo>
                  <a:pt x="589814" y="619072"/>
                  <a:pt x="462599" y="744763"/>
                  <a:pt x="422295" y="790934"/>
                </a:cubicBezTo>
                <a:lnTo>
                  <a:pt x="434065" y="627551"/>
                </a:lnTo>
                <a:lnTo>
                  <a:pt x="432291" y="598155"/>
                </a:lnTo>
                <a:cubicBezTo>
                  <a:pt x="465796" y="587469"/>
                  <a:pt x="603072" y="543413"/>
                  <a:pt x="653033" y="522868"/>
                </a:cubicBezTo>
                <a:cubicBezTo>
                  <a:pt x="710128" y="499398"/>
                  <a:pt x="774867" y="400385"/>
                  <a:pt x="775111" y="340522"/>
                </a:cubicBezTo>
                <a:cubicBezTo>
                  <a:pt x="775237" y="308322"/>
                  <a:pt x="764163" y="293653"/>
                  <a:pt x="753899" y="286973"/>
                </a:cubicBezTo>
                <a:cubicBezTo>
                  <a:pt x="745079" y="281234"/>
                  <a:pt x="734947" y="280762"/>
                  <a:pt x="706962" y="291854"/>
                </a:cubicBezTo>
                <a:cubicBezTo>
                  <a:pt x="672244" y="306096"/>
                  <a:pt x="612885" y="336852"/>
                  <a:pt x="559361" y="395773"/>
                </a:cubicBezTo>
                <a:cubicBezTo>
                  <a:pt x="494622" y="467036"/>
                  <a:pt x="448223" y="553487"/>
                  <a:pt x="431596" y="586634"/>
                </a:cubicBezTo>
                <a:lnTo>
                  <a:pt x="415886" y="326230"/>
                </a:lnTo>
                <a:cubicBezTo>
                  <a:pt x="448491" y="308610"/>
                  <a:pt x="487236" y="287904"/>
                  <a:pt x="505124" y="279222"/>
                </a:cubicBezTo>
                <a:cubicBezTo>
                  <a:pt x="539011" y="262772"/>
                  <a:pt x="614789" y="200079"/>
                  <a:pt x="650865" y="142733"/>
                </a:cubicBezTo>
                <a:cubicBezTo>
                  <a:pt x="670258" y="111900"/>
                  <a:pt x="660855" y="73008"/>
                  <a:pt x="648013" y="43638"/>
                </a:cubicBezTo>
                <a:cubicBezTo>
                  <a:pt x="636969" y="18383"/>
                  <a:pt x="611502" y="0"/>
                  <a:pt x="561028" y="8081"/>
                </a:cubicBezTo>
                <a:cubicBezTo>
                  <a:pt x="536868" y="14946"/>
                  <a:pt x="483654" y="26614"/>
                  <a:pt x="446920" y="106919"/>
                </a:cubicBezTo>
                <a:cubicBezTo>
                  <a:pt x="417222" y="166895"/>
                  <a:pt x="390645" y="253065"/>
                  <a:pt x="375556" y="306530"/>
                </a:cubicBezTo>
                <a:cubicBezTo>
                  <a:pt x="367470" y="244477"/>
                  <a:pt x="342339" y="120846"/>
                  <a:pt x="266719" y="50476"/>
                </a:cubicBezTo>
                <a:cubicBezTo>
                  <a:pt x="213389" y="849"/>
                  <a:pt x="170811" y="-4346"/>
                  <a:pt x="142006" y="2343"/>
                </a:cubicBezTo>
                <a:cubicBezTo>
                  <a:pt x="114719" y="8681"/>
                  <a:pt x="94672" y="22438"/>
                  <a:pt x="94252" y="72387"/>
                </a:cubicBezTo>
                <a:cubicBezTo>
                  <a:pt x="95747" y="105616"/>
                  <a:pt x="109010" y="150770"/>
                  <a:pt x="160383" y="187916"/>
                </a:cubicBezTo>
                <a:cubicBezTo>
                  <a:pt x="203200" y="218876"/>
                  <a:pt x="297409" y="286057"/>
                  <a:pt x="347098" y="321457"/>
                </a:cubicBezTo>
                <a:cubicBezTo>
                  <a:pt x="350491" y="369359"/>
                  <a:pt x="360722" y="513971"/>
                  <a:pt x="365791" y="587571"/>
                </a:cubicBezTo>
                <a:cubicBezTo>
                  <a:pt x="336430" y="533176"/>
                  <a:pt x="264993" y="407542"/>
                  <a:pt x="213157" y="371515"/>
                </a:cubicBezTo>
                <a:cubicBezTo>
                  <a:pt x="189223" y="354880"/>
                  <a:pt x="160908" y="344612"/>
                  <a:pt x="134428" y="338284"/>
                </a:cubicBezTo>
                <a:cubicBezTo>
                  <a:pt x="87043" y="326959"/>
                  <a:pt x="46786" y="326081"/>
                  <a:pt x="15913" y="360828"/>
                </a:cubicBezTo>
                <a:cubicBezTo>
                  <a:pt x="3472" y="379252"/>
                  <a:pt x="-5958" y="403346"/>
                  <a:pt x="4495" y="427319"/>
                </a:cubicBezTo>
                <a:cubicBezTo>
                  <a:pt x="54369" y="541701"/>
                  <a:pt x="309232" y="599036"/>
                  <a:pt x="367374" y="610741"/>
                </a:cubicBezTo>
                <a:cubicBezTo>
                  <a:pt x="367946" y="619209"/>
                  <a:pt x="368358" y="625472"/>
                  <a:pt x="368561" y="628825"/>
                </a:cubicBezTo>
                <a:cubicBezTo>
                  <a:pt x="370482" y="660662"/>
                  <a:pt x="367788" y="774822"/>
                  <a:pt x="367788" y="774822"/>
                </a:cubicBezTo>
                <a:cubicBezTo>
                  <a:pt x="367788" y="774822"/>
                  <a:pt x="366408" y="780330"/>
                  <a:pt x="364001" y="790027"/>
                </a:cubicBezTo>
                <a:cubicBezTo>
                  <a:pt x="329186" y="758093"/>
                  <a:pt x="243707" y="682180"/>
                  <a:pt x="204562" y="669543"/>
                </a:cubicBezTo>
                <a:cubicBezTo>
                  <a:pt x="172915" y="659327"/>
                  <a:pt x="131452" y="648478"/>
                  <a:pt x="99599" y="643413"/>
                </a:cubicBezTo>
                <a:cubicBezTo>
                  <a:pt x="81325" y="640509"/>
                  <a:pt x="55686" y="634766"/>
                  <a:pt x="38341" y="659663"/>
                </a:cubicBezTo>
                <a:cubicBezTo>
                  <a:pt x="22688" y="684519"/>
                  <a:pt x="14697" y="728193"/>
                  <a:pt x="49173" y="749925"/>
                </a:cubicBezTo>
                <a:cubicBezTo>
                  <a:pt x="91636" y="776697"/>
                  <a:pt x="292127" y="803377"/>
                  <a:pt x="360326" y="804865"/>
                </a:cubicBezTo>
                <a:cubicBezTo>
                  <a:pt x="350120" y="846180"/>
                  <a:pt x="331066" y="924096"/>
                  <a:pt x="313534" y="1000121"/>
                </a:cubicBezTo>
                <a:cubicBezTo>
                  <a:pt x="278443" y="970898"/>
                  <a:pt x="197109" y="906134"/>
                  <a:pt x="153574" y="895805"/>
                </a:cubicBezTo>
                <a:cubicBezTo>
                  <a:pt x="134361" y="891245"/>
                  <a:pt x="116152" y="891219"/>
                  <a:pt x="100486" y="893171"/>
                </a:cubicBezTo>
                <a:cubicBezTo>
                  <a:pt x="55677" y="898745"/>
                  <a:pt x="41311" y="959540"/>
                  <a:pt x="79835" y="983290"/>
                </a:cubicBezTo>
                <a:cubicBezTo>
                  <a:pt x="81199" y="984131"/>
                  <a:pt x="82622" y="984931"/>
                  <a:pt x="84107" y="985685"/>
                </a:cubicBezTo>
                <a:cubicBezTo>
                  <a:pt x="125680" y="1006832"/>
                  <a:pt x="194112" y="1019484"/>
                  <a:pt x="220927" y="1018771"/>
                </a:cubicBezTo>
                <a:cubicBezTo>
                  <a:pt x="239281" y="1018276"/>
                  <a:pt x="283785" y="1016427"/>
                  <a:pt x="310049" y="1015306"/>
                </a:cubicBezTo>
                <a:cubicBezTo>
                  <a:pt x="287686" y="1113140"/>
                  <a:pt x="269049" y="1203433"/>
                  <a:pt x="276672" y="1202541"/>
                </a:cubicBezTo>
                <a:cubicBezTo>
                  <a:pt x="294363" y="1201807"/>
                  <a:pt x="393159" y="1202546"/>
                  <a:pt x="393159" y="1202546"/>
                </a:cubicBezTo>
                <a:lnTo>
                  <a:pt x="406163" y="1014883"/>
                </a:lnTo>
                <a:cubicBezTo>
                  <a:pt x="501071" y="1033843"/>
                  <a:pt x="600412" y="1006832"/>
                  <a:pt x="641984" y="985685"/>
                </a:cubicBezTo>
                <a:cubicBezTo>
                  <a:pt x="643468" y="984931"/>
                  <a:pt x="644892" y="984131"/>
                  <a:pt x="646260" y="983290"/>
                </a:cubicBezTo>
                <a:cubicBezTo>
                  <a:pt x="684782" y="959540"/>
                  <a:pt x="670415" y="898745"/>
                  <a:pt x="625605" y="893171"/>
                </a:cubicBezTo>
                <a:cubicBezTo>
                  <a:pt x="609941" y="891219"/>
                  <a:pt x="591729" y="891245"/>
                  <a:pt x="572518" y="895805"/>
                </a:cubicBezTo>
                <a:cubicBezTo>
                  <a:pt x="526447" y="906735"/>
                  <a:pt x="438009" y="978654"/>
                  <a:pt x="406884" y="1004870"/>
                </a:cubicBezTo>
                <a:lnTo>
                  <a:pt x="421397" y="803403"/>
                </a:lnTo>
                <a:cubicBezTo>
                  <a:pt x="454162" y="802888"/>
                  <a:pt x="562832" y="800646"/>
                  <a:pt x="606364" y="793201"/>
                </a:cubicBezTo>
                <a:cubicBezTo>
                  <a:pt x="690396" y="778832"/>
                  <a:pt x="730407" y="763601"/>
                  <a:pt x="761767" y="722715"/>
                </a:cubicBezTo>
                <a:cubicBezTo>
                  <a:pt x="783115" y="694873"/>
                  <a:pt x="744947" y="611357"/>
                  <a:pt x="688633" y="614160"/>
                </a:cubicBezTo>
                <a:lnTo>
                  <a:pt x="688633" y="614160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  <a:alpha val="50000"/>
            </a:scheme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latin typeface="Avenir" panose="02000503020000020003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41584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252728" y="381000"/>
            <a:ext cx="10172700" cy="1493517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www.3aayaam.in</a:t>
            </a:r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DF7D353-331B-4008-C6A7-86D25BE475D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287757" y="2261462"/>
            <a:ext cx="4930163" cy="4135546"/>
          </a:xfrm>
          <a:prstGeom prst="roundRect">
            <a:avLst>
              <a:gd name="adj" fmla="val 11906"/>
            </a:avLst>
          </a:prstGeom>
          <a:ln w="19050">
            <a:solidFill>
              <a:schemeClr val="accent3">
                <a:lumMod val="60000"/>
                <a:lumOff val="40000"/>
              </a:schemeClr>
            </a:solidFill>
          </a:ln>
        </p:spPr>
        <p:txBody>
          <a:bodyPr lIns="228600" tIns="0" rIns="0" bIns="0" anchor="ctr" anchorCtr="0">
            <a:noAutofit/>
          </a:bodyPr>
          <a:lstStyle>
            <a:lvl1pPr indent="-365760">
              <a:lnSpc>
                <a:spcPct val="110000"/>
              </a:lnSpc>
              <a:spcBef>
                <a:spcPts val="1200"/>
              </a:spcBef>
              <a:buClr>
                <a:schemeClr val="accent3">
                  <a:lumMod val="60000"/>
                  <a:lumOff val="40000"/>
                </a:schemeClr>
              </a:buClr>
              <a:defRPr sz="1800" cap="none" spc="0" baseline="0">
                <a:solidFill>
                  <a:schemeClr val="accent3">
                    <a:lumMod val="75000"/>
                  </a:schemeClr>
                </a:solidFill>
              </a:defRPr>
            </a:lvl1pPr>
            <a:lvl2pPr indent="-365760">
              <a:lnSpc>
                <a:spcPct val="110000"/>
              </a:lnSpc>
              <a:spcBef>
                <a:spcPts val="1200"/>
              </a:spcBef>
              <a:buClr>
                <a:schemeClr val="accent3">
                  <a:lumMod val="60000"/>
                  <a:lumOff val="40000"/>
                </a:schemeClr>
              </a:buClr>
              <a:defRPr sz="1800" cap="none" spc="0" baseline="0">
                <a:solidFill>
                  <a:schemeClr val="accent3">
                    <a:lumMod val="75000"/>
                  </a:schemeClr>
                </a:solidFill>
              </a:defRPr>
            </a:lvl2pPr>
            <a:lvl3pPr indent="-365760">
              <a:lnSpc>
                <a:spcPct val="110000"/>
              </a:lnSpc>
              <a:spcBef>
                <a:spcPts val="1200"/>
              </a:spcBef>
              <a:buClr>
                <a:schemeClr val="accent3">
                  <a:lumMod val="60000"/>
                  <a:lumOff val="40000"/>
                </a:schemeClr>
              </a:buClr>
              <a:defRPr sz="1800" cap="none" spc="0" baseline="0">
                <a:solidFill>
                  <a:schemeClr val="accent3">
                    <a:lumMod val="75000"/>
                  </a:schemeClr>
                </a:solidFill>
              </a:defRPr>
            </a:lvl3pPr>
            <a:lvl4pPr indent="-365760">
              <a:lnSpc>
                <a:spcPct val="110000"/>
              </a:lnSpc>
              <a:spcBef>
                <a:spcPts val="1200"/>
              </a:spcBef>
              <a:buClr>
                <a:schemeClr val="accent3">
                  <a:lumMod val="60000"/>
                  <a:lumOff val="40000"/>
                </a:schemeClr>
              </a:buClr>
              <a:defRPr sz="1800" cap="none" spc="0" baseline="0">
                <a:solidFill>
                  <a:schemeClr val="accent3">
                    <a:lumMod val="75000"/>
                  </a:schemeClr>
                </a:solidFill>
              </a:defRPr>
            </a:lvl4pPr>
            <a:lvl5pPr indent="-365760">
              <a:lnSpc>
                <a:spcPct val="110000"/>
              </a:lnSpc>
              <a:spcBef>
                <a:spcPts val="1200"/>
              </a:spcBef>
              <a:buClr>
                <a:schemeClr val="accent3">
                  <a:lumMod val="60000"/>
                  <a:lumOff val="40000"/>
                </a:schemeClr>
              </a:buClr>
              <a:defRPr sz="1800" cap="none" spc="0" baseline="0">
                <a:solidFill>
                  <a:schemeClr val="accent3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7F75E6A1-9C73-A244-962B-E61B2A9E7C8C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6730399" y="2261462"/>
            <a:ext cx="4930163" cy="4135546"/>
          </a:xfrm>
          <a:prstGeom prst="roundRect">
            <a:avLst>
              <a:gd name="adj" fmla="val 11906"/>
            </a:avLst>
          </a:prstGeom>
          <a:ln w="19050">
            <a:solidFill>
              <a:schemeClr val="accent3">
                <a:lumMod val="60000"/>
                <a:lumOff val="40000"/>
              </a:schemeClr>
            </a:solidFill>
          </a:ln>
        </p:spPr>
        <p:txBody>
          <a:bodyPr lIns="228600" tIns="91440" rIns="0" bIns="0" anchor="t" anchorCtr="0">
            <a:noAutofit/>
          </a:bodyPr>
          <a:lstStyle>
            <a:lvl1pPr marL="0" indent="0">
              <a:lnSpc>
                <a:spcPct val="110000"/>
              </a:lnSpc>
              <a:spcBef>
                <a:spcPts val="1200"/>
              </a:spcBef>
              <a:buClr>
                <a:schemeClr val="accent3">
                  <a:lumMod val="60000"/>
                  <a:lumOff val="40000"/>
                </a:schemeClr>
              </a:buClr>
              <a:buNone/>
              <a:defRPr sz="18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  <a:lvl2pPr marL="228600" indent="-365760">
              <a:lnSpc>
                <a:spcPct val="110000"/>
              </a:lnSpc>
              <a:spcBef>
                <a:spcPts val="1200"/>
              </a:spcBef>
              <a:buClr>
                <a:schemeClr val="accent3">
                  <a:lumMod val="60000"/>
                  <a:lumOff val="40000"/>
                </a:schemeClr>
              </a:buClr>
              <a:defRPr sz="1800" cap="none" spc="0" baseline="0">
                <a:solidFill>
                  <a:schemeClr val="accent3">
                    <a:lumMod val="75000"/>
                  </a:schemeClr>
                </a:solidFill>
              </a:defRPr>
            </a:lvl2pPr>
            <a:lvl3pPr indent="-365760">
              <a:lnSpc>
                <a:spcPct val="110000"/>
              </a:lnSpc>
              <a:spcBef>
                <a:spcPts val="1200"/>
              </a:spcBef>
              <a:buClr>
                <a:schemeClr val="accent3">
                  <a:lumMod val="60000"/>
                  <a:lumOff val="40000"/>
                </a:schemeClr>
              </a:buClr>
              <a:defRPr sz="1800" cap="none" spc="0" baseline="0">
                <a:solidFill>
                  <a:schemeClr val="accent3">
                    <a:lumMod val="75000"/>
                  </a:schemeClr>
                </a:solidFill>
              </a:defRPr>
            </a:lvl3pPr>
            <a:lvl4pPr indent="-365760">
              <a:lnSpc>
                <a:spcPct val="110000"/>
              </a:lnSpc>
              <a:spcBef>
                <a:spcPts val="1200"/>
              </a:spcBef>
              <a:buClr>
                <a:schemeClr val="accent3">
                  <a:lumMod val="60000"/>
                  <a:lumOff val="40000"/>
                </a:schemeClr>
              </a:buClr>
              <a:defRPr sz="1800" cap="none" spc="0" baseline="0">
                <a:solidFill>
                  <a:schemeClr val="accent3">
                    <a:lumMod val="75000"/>
                  </a:schemeClr>
                </a:solidFill>
              </a:defRPr>
            </a:lvl4pPr>
            <a:lvl5pPr indent="-365760">
              <a:lnSpc>
                <a:spcPct val="110000"/>
              </a:lnSpc>
              <a:spcBef>
                <a:spcPts val="1200"/>
              </a:spcBef>
              <a:buClr>
                <a:schemeClr val="accent3">
                  <a:lumMod val="60000"/>
                  <a:lumOff val="40000"/>
                </a:schemeClr>
              </a:buClr>
              <a:defRPr sz="1800" cap="none" spc="0" baseline="0">
                <a:solidFill>
                  <a:schemeClr val="accent3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1251678" y="6375679"/>
            <a:ext cx="2329722" cy="348462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280160" y="3842421"/>
            <a:ext cx="5303520" cy="2558379"/>
          </a:xfrm>
        </p:spPr>
        <p:txBody>
          <a:bodyPr lIns="0" tIns="0" rIns="0" bIns="0" anchor="b" anchorCtr="0"/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www.3aayaam.in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115CC7A-E4F5-8662-C92E-8B4CB26119A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279525" y="457200"/>
            <a:ext cx="10452100" cy="3292475"/>
          </a:xfrm>
        </p:spPr>
        <p:txBody>
          <a:bodyPr>
            <a:normAutofit/>
          </a:bodyPr>
          <a:lstStyle>
            <a:lvl1pPr>
              <a:defRPr sz="1800" cap="none" baseline="0"/>
            </a:lvl1pPr>
            <a:lvl2pPr>
              <a:defRPr sz="1800" cap="none" baseline="0"/>
            </a:lvl2pPr>
            <a:lvl3pPr>
              <a:defRPr sz="1800" cap="none" baseline="0"/>
            </a:lvl3pPr>
            <a:lvl4pPr>
              <a:defRPr sz="1800" cap="none" baseline="0"/>
            </a:lvl4pPr>
            <a:lvl5pPr>
              <a:defRPr sz="1800" cap="none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0A85FA79-71DD-8A90-BE79-ADC74726073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202124" y="3882893"/>
            <a:ext cx="4572000" cy="2517907"/>
          </a:xfrm>
          <a:prstGeom prst="roundRect">
            <a:avLst>
              <a:gd name="adj" fmla="val 15711"/>
            </a:avLst>
          </a:prstGeom>
          <a:ln w="19050">
            <a:solidFill>
              <a:schemeClr val="accent3">
                <a:lumMod val="60000"/>
                <a:lumOff val="40000"/>
              </a:schemeClr>
            </a:solidFill>
          </a:ln>
        </p:spPr>
        <p:txBody>
          <a:bodyPr lIns="228600" tIns="0" rIns="0" bIns="0" anchor="ctr" anchorCtr="0">
            <a:noAutofit/>
          </a:bodyPr>
          <a:lstStyle>
            <a:lvl1pPr marL="365760" indent="-365760">
              <a:lnSpc>
                <a:spcPct val="110000"/>
              </a:lnSpc>
              <a:spcBef>
                <a:spcPts val="1200"/>
              </a:spcBef>
              <a:buClr>
                <a:schemeClr val="accent3">
                  <a:lumMod val="60000"/>
                  <a:lumOff val="40000"/>
                </a:schemeClr>
              </a:buClr>
              <a:defRPr sz="1800" cap="none" spc="0" baseline="0">
                <a:solidFill>
                  <a:schemeClr val="accent3">
                    <a:lumMod val="75000"/>
                  </a:schemeClr>
                </a:solidFill>
              </a:defRPr>
            </a:lvl1pPr>
            <a:lvl2pPr indent="-365760">
              <a:lnSpc>
                <a:spcPct val="110000"/>
              </a:lnSpc>
              <a:spcBef>
                <a:spcPts val="1200"/>
              </a:spcBef>
              <a:buClr>
                <a:schemeClr val="accent3">
                  <a:lumMod val="60000"/>
                  <a:lumOff val="40000"/>
                </a:schemeClr>
              </a:buClr>
              <a:defRPr sz="1800" cap="none" spc="0" baseline="0">
                <a:solidFill>
                  <a:schemeClr val="accent3">
                    <a:lumMod val="75000"/>
                  </a:schemeClr>
                </a:solidFill>
              </a:defRPr>
            </a:lvl2pPr>
            <a:lvl3pPr indent="-365760">
              <a:lnSpc>
                <a:spcPct val="110000"/>
              </a:lnSpc>
              <a:spcBef>
                <a:spcPts val="1200"/>
              </a:spcBef>
              <a:buClr>
                <a:schemeClr val="accent3">
                  <a:lumMod val="60000"/>
                  <a:lumOff val="40000"/>
                </a:schemeClr>
              </a:buClr>
              <a:defRPr sz="1800" cap="none" spc="0" baseline="0">
                <a:solidFill>
                  <a:schemeClr val="accent3">
                    <a:lumMod val="75000"/>
                  </a:schemeClr>
                </a:solidFill>
              </a:defRPr>
            </a:lvl3pPr>
            <a:lvl4pPr indent="-365760">
              <a:lnSpc>
                <a:spcPct val="110000"/>
              </a:lnSpc>
              <a:spcBef>
                <a:spcPts val="1200"/>
              </a:spcBef>
              <a:buClr>
                <a:schemeClr val="accent3">
                  <a:lumMod val="60000"/>
                  <a:lumOff val="40000"/>
                </a:schemeClr>
              </a:buClr>
              <a:defRPr sz="1800" cap="none" spc="0" baseline="0">
                <a:solidFill>
                  <a:schemeClr val="accent3">
                    <a:lumMod val="75000"/>
                  </a:schemeClr>
                </a:solidFill>
              </a:defRPr>
            </a:lvl4pPr>
            <a:lvl5pPr indent="-365760">
              <a:lnSpc>
                <a:spcPct val="110000"/>
              </a:lnSpc>
              <a:spcBef>
                <a:spcPts val="1200"/>
              </a:spcBef>
              <a:buClr>
                <a:schemeClr val="accent3">
                  <a:lumMod val="60000"/>
                  <a:lumOff val="40000"/>
                </a:schemeClr>
              </a:buClr>
              <a:defRPr sz="1800" cap="none" spc="0" baseline="0">
                <a:solidFill>
                  <a:schemeClr val="accent3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342345" y="457200"/>
            <a:ext cx="5490797" cy="2285999"/>
          </a:xfrm>
        </p:spPr>
        <p:txBody>
          <a:bodyPr lIns="0" tIns="0" rIns="0" bIns="0" anchor="t" anchorCtr="0">
            <a:noAutofit/>
          </a:bodyPr>
          <a:lstStyle>
            <a:lvl1pPr algn="l"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FC24187-20DB-C6E6-5614-050D1153263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1766878-3199-4EAB-94E7-2D6D11070E1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F6CC7DD9-B902-41D1-40BC-0599B053598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www.3aayaam.in</a:t>
            </a:r>
            <a:endParaRPr lang="en-US" dirty="0"/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B5975017-D6DD-8609-9E50-C09BCD144848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1279525" y="538163"/>
            <a:ext cx="4629150" cy="5862637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 dirty="0"/>
              <a:t>Click icon to add table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CD1CF42-3B6F-D19D-30A8-3D03C0DDC79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299200" y="2743200"/>
            <a:ext cx="5490797" cy="3657599"/>
          </a:xfrm>
          <a:prstGeom prst="roundRect">
            <a:avLst>
              <a:gd name="adj" fmla="val 9600"/>
            </a:avLst>
          </a:prstGeom>
          <a:ln w="19050">
            <a:solidFill>
              <a:schemeClr val="accent3">
                <a:lumMod val="60000"/>
                <a:lumOff val="40000"/>
              </a:schemeClr>
            </a:solidFill>
          </a:ln>
        </p:spPr>
        <p:txBody>
          <a:bodyPr lIns="182880" tIns="182880" rIns="182880" bIns="182880" anchor="ctr" anchorCtr="0">
            <a:noAutofit/>
          </a:bodyPr>
          <a:lstStyle>
            <a:lvl1pPr marL="365760" indent="-365760">
              <a:lnSpc>
                <a:spcPct val="110000"/>
              </a:lnSpc>
              <a:spcBef>
                <a:spcPts val="1200"/>
              </a:spcBef>
              <a:buClr>
                <a:schemeClr val="accent3">
                  <a:lumMod val="60000"/>
                  <a:lumOff val="40000"/>
                </a:schemeClr>
              </a:buClr>
              <a:defRPr sz="18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  <a:lvl2pPr marL="365760" indent="0">
              <a:lnSpc>
                <a:spcPct val="110000"/>
              </a:lnSpc>
              <a:spcBef>
                <a:spcPts val="0"/>
              </a:spcBef>
              <a:buClr>
                <a:schemeClr val="accent3">
                  <a:lumMod val="60000"/>
                  <a:lumOff val="40000"/>
                </a:schemeClr>
              </a:buClr>
              <a:buNone/>
              <a:defRPr sz="1800" cap="none" spc="0" baseline="0">
                <a:solidFill>
                  <a:schemeClr val="accent3">
                    <a:lumMod val="75000"/>
                  </a:schemeClr>
                </a:solidFill>
              </a:defRPr>
            </a:lvl2pPr>
            <a:lvl3pPr indent="-365760">
              <a:lnSpc>
                <a:spcPct val="110000"/>
              </a:lnSpc>
              <a:spcBef>
                <a:spcPts val="1200"/>
              </a:spcBef>
              <a:buClr>
                <a:schemeClr val="accent3">
                  <a:lumMod val="60000"/>
                  <a:lumOff val="40000"/>
                </a:schemeClr>
              </a:buClr>
              <a:defRPr sz="1800" cap="all" spc="0" baseline="0">
                <a:solidFill>
                  <a:schemeClr val="accent3">
                    <a:lumMod val="75000"/>
                  </a:schemeClr>
                </a:solidFill>
              </a:defRPr>
            </a:lvl3pPr>
            <a:lvl4pPr marL="1143000" indent="0">
              <a:lnSpc>
                <a:spcPct val="110000"/>
              </a:lnSpc>
              <a:spcBef>
                <a:spcPts val="0"/>
              </a:spcBef>
              <a:buClr>
                <a:schemeClr val="accent3">
                  <a:lumMod val="60000"/>
                  <a:lumOff val="40000"/>
                </a:schemeClr>
              </a:buClr>
              <a:buNone/>
              <a:defRPr sz="1800" cap="none" spc="0" baseline="0">
                <a:solidFill>
                  <a:schemeClr val="accent3">
                    <a:lumMod val="75000"/>
                  </a:schemeClr>
                </a:solidFill>
              </a:defRPr>
            </a:lvl4pPr>
            <a:lvl5pPr indent="-365760">
              <a:lnSpc>
                <a:spcPct val="110000"/>
              </a:lnSpc>
              <a:spcBef>
                <a:spcPts val="1200"/>
              </a:spcBef>
              <a:buClr>
                <a:schemeClr val="accent3">
                  <a:lumMod val="60000"/>
                  <a:lumOff val="40000"/>
                </a:schemeClr>
              </a:buClr>
              <a:defRPr sz="1800" cap="none" spc="0" baseline="0">
                <a:solidFill>
                  <a:schemeClr val="accent3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884521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280160" y="457200"/>
            <a:ext cx="10073640" cy="1270000"/>
          </a:xfrm>
        </p:spPr>
        <p:txBody>
          <a:bodyPr lIns="0" tIns="0" rIns="0" bIns="0" anchor="t" anchorCtr="0"/>
          <a:lstStyle>
            <a:lvl1pPr>
              <a:defRPr sz="6600">
                <a:latin typeface="Avenir" panose="02000503020000020003" pitchFamily="2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venir" panose="02000503020000020003" pitchFamily="2" charset="0"/>
              </a:defRPr>
            </a:lvl1pPr>
          </a:lstStyle>
          <a:p>
            <a:fld id="{71766878-3199-4EAB-94E7-2D6D11070E1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venir" panose="02000503020000020003" pitchFamily="2" charset="0"/>
              </a:defRPr>
            </a:lvl1pPr>
          </a:lstStyle>
          <a:p>
            <a:r>
              <a:rPr lang="en-US"/>
              <a:t>www.3aayaam.in</a:t>
            </a:r>
            <a:endParaRPr lang="en-US" dirty="0"/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55E02A48-B953-ED21-27AE-15897A7D594A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279525" y="1825625"/>
            <a:ext cx="10074275" cy="4575175"/>
          </a:xfrm>
        </p:spPr>
        <p:txBody>
          <a:bodyPr/>
          <a:lstStyle>
            <a:lvl1pPr>
              <a:defRPr>
                <a:latin typeface="Avenir" panose="02000503020000020003" pitchFamily="2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56294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280160" y="457200"/>
            <a:ext cx="10073640" cy="1270000"/>
          </a:xfrm>
        </p:spPr>
        <p:txBody>
          <a:bodyPr lIns="0" tIns="0" rIns="0" bIns="0" anchor="t" anchorCtr="0"/>
          <a:lstStyle>
            <a:lvl1pPr>
              <a:defRPr sz="6600">
                <a:latin typeface="Avenir" panose="02000503020000020003" pitchFamily="2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venir" panose="02000503020000020003" pitchFamily="2" charset="0"/>
              </a:defRPr>
            </a:lvl1pPr>
          </a:lstStyle>
          <a:p>
            <a:fld id="{71766878-3199-4EAB-94E7-2D6D11070E1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venir" panose="02000503020000020003" pitchFamily="2" charset="0"/>
              </a:defRPr>
            </a:lvl1pPr>
          </a:lstStyle>
          <a:p>
            <a:r>
              <a:rPr lang="en-US"/>
              <a:t>www.3aayaam.in</a:t>
            </a:r>
            <a:endParaRPr lang="en-US" dirty="0"/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55E02A48-B953-ED21-27AE-15897A7D594A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279525" y="1825625"/>
            <a:ext cx="10074275" cy="4575175"/>
          </a:xfrm>
        </p:spPr>
        <p:txBody>
          <a:bodyPr/>
          <a:lstStyle>
            <a:lvl1pPr>
              <a:defRPr>
                <a:latin typeface="Avenir" panose="02000503020000020003" pitchFamily="2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23854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252728" y="381000"/>
            <a:ext cx="4843272" cy="2358408"/>
          </a:xfrm>
        </p:spPr>
        <p:txBody>
          <a:bodyPr/>
          <a:lstStyle>
            <a:lvl1pPr>
              <a:lnSpc>
                <a:spcPct val="8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www.3aayaam.in</a:t>
            </a:r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DF7D353-331B-4008-C6A7-86D25BE475D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287757" y="2739408"/>
            <a:ext cx="4564403" cy="3657600"/>
          </a:xfrm>
          <a:prstGeom prst="roundRect">
            <a:avLst>
              <a:gd name="adj" fmla="val 11906"/>
            </a:avLst>
          </a:prstGeom>
          <a:ln w="19050">
            <a:solidFill>
              <a:schemeClr val="accent3">
                <a:lumMod val="60000"/>
                <a:lumOff val="40000"/>
              </a:schemeClr>
            </a:solidFill>
          </a:ln>
        </p:spPr>
        <p:txBody>
          <a:bodyPr lIns="182880" tIns="182880" rIns="182880" bIns="182880" anchor="ctr" anchorCtr="0">
            <a:noAutofit/>
          </a:bodyPr>
          <a:lstStyle>
            <a:lvl1pPr indent="-365760">
              <a:lnSpc>
                <a:spcPct val="100000"/>
              </a:lnSpc>
              <a:spcBef>
                <a:spcPts val="1200"/>
              </a:spcBef>
              <a:buClr>
                <a:schemeClr val="accent3">
                  <a:lumMod val="60000"/>
                  <a:lumOff val="40000"/>
                </a:schemeClr>
              </a:buClr>
              <a:defRPr sz="1800" cap="none" spc="0" baseline="0">
                <a:solidFill>
                  <a:schemeClr val="accent3">
                    <a:lumMod val="75000"/>
                  </a:schemeClr>
                </a:solidFill>
              </a:defRPr>
            </a:lvl1pPr>
            <a:lvl2pPr indent="-365760">
              <a:lnSpc>
                <a:spcPct val="100000"/>
              </a:lnSpc>
              <a:spcBef>
                <a:spcPts val="1200"/>
              </a:spcBef>
              <a:buClr>
                <a:schemeClr val="accent3">
                  <a:lumMod val="60000"/>
                  <a:lumOff val="40000"/>
                </a:schemeClr>
              </a:buClr>
              <a:defRPr sz="1800" cap="none" spc="0" baseline="0">
                <a:solidFill>
                  <a:schemeClr val="accent3">
                    <a:lumMod val="75000"/>
                  </a:schemeClr>
                </a:solidFill>
              </a:defRPr>
            </a:lvl2pPr>
            <a:lvl3pPr indent="-365760">
              <a:lnSpc>
                <a:spcPct val="100000"/>
              </a:lnSpc>
              <a:spcBef>
                <a:spcPts val="1200"/>
              </a:spcBef>
              <a:buClr>
                <a:schemeClr val="accent3">
                  <a:lumMod val="60000"/>
                  <a:lumOff val="40000"/>
                </a:schemeClr>
              </a:buClr>
              <a:defRPr sz="1800" cap="none" spc="0" baseline="0">
                <a:solidFill>
                  <a:schemeClr val="accent3">
                    <a:lumMod val="75000"/>
                  </a:schemeClr>
                </a:solidFill>
              </a:defRPr>
            </a:lvl3pPr>
            <a:lvl4pPr indent="-365760">
              <a:lnSpc>
                <a:spcPct val="100000"/>
              </a:lnSpc>
              <a:spcBef>
                <a:spcPts val="1200"/>
              </a:spcBef>
              <a:buClr>
                <a:schemeClr val="accent3">
                  <a:lumMod val="60000"/>
                  <a:lumOff val="40000"/>
                </a:schemeClr>
              </a:buClr>
              <a:defRPr sz="1800" cap="none" spc="0" baseline="0">
                <a:solidFill>
                  <a:schemeClr val="accent3">
                    <a:lumMod val="75000"/>
                  </a:schemeClr>
                </a:solidFill>
              </a:defRPr>
            </a:lvl4pPr>
            <a:lvl5pPr indent="-365760">
              <a:lnSpc>
                <a:spcPct val="100000"/>
              </a:lnSpc>
              <a:spcBef>
                <a:spcPts val="1200"/>
              </a:spcBef>
              <a:buClr>
                <a:schemeClr val="accent3">
                  <a:lumMod val="60000"/>
                  <a:lumOff val="40000"/>
                </a:schemeClr>
              </a:buClr>
              <a:defRPr sz="1800" cap="none" spc="0" baseline="0">
                <a:solidFill>
                  <a:schemeClr val="accent3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E28E8F6-433C-B365-7783-5C6DDE2D1CA9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6304222" y="460992"/>
            <a:ext cx="5381682" cy="5914687"/>
          </a:xfrm>
          <a:prstGeom prst="roundRect">
            <a:avLst>
              <a:gd name="adj" fmla="val 7753"/>
            </a:avLst>
          </a:prstGeom>
          <a:ln w="19050">
            <a:solidFill>
              <a:schemeClr val="accent3">
                <a:lumMod val="60000"/>
                <a:lumOff val="40000"/>
              </a:schemeClr>
            </a:solidFill>
          </a:ln>
        </p:spPr>
        <p:txBody>
          <a:bodyPr lIns="182880" tIns="182880" rIns="182880" bIns="182880" anchor="t" anchorCtr="0">
            <a:noAutofit/>
          </a:bodyPr>
          <a:lstStyle>
            <a:lvl1pPr marL="365760" indent="-365760">
              <a:lnSpc>
                <a:spcPct val="100000"/>
              </a:lnSpc>
              <a:spcBef>
                <a:spcPts val="1200"/>
              </a:spcBef>
              <a:buClr>
                <a:schemeClr val="accent3">
                  <a:lumMod val="60000"/>
                  <a:lumOff val="40000"/>
                </a:schemeClr>
              </a:buClr>
              <a:defRPr sz="1800" cap="none" spc="0" baseline="0">
                <a:solidFill>
                  <a:schemeClr val="accent3">
                    <a:lumMod val="75000"/>
                  </a:schemeClr>
                </a:solidFill>
              </a:defRPr>
            </a:lvl1pPr>
            <a:lvl2pPr indent="-365760">
              <a:lnSpc>
                <a:spcPct val="100000"/>
              </a:lnSpc>
              <a:spcBef>
                <a:spcPts val="1200"/>
              </a:spcBef>
              <a:buClr>
                <a:schemeClr val="accent3">
                  <a:lumMod val="60000"/>
                  <a:lumOff val="40000"/>
                </a:schemeClr>
              </a:buClr>
              <a:defRPr sz="1800" cap="none" spc="0" baseline="0">
                <a:solidFill>
                  <a:schemeClr val="accent3">
                    <a:lumMod val="75000"/>
                  </a:schemeClr>
                </a:solidFill>
              </a:defRPr>
            </a:lvl2pPr>
            <a:lvl3pPr indent="-365760">
              <a:lnSpc>
                <a:spcPct val="100000"/>
              </a:lnSpc>
              <a:spcBef>
                <a:spcPts val="1200"/>
              </a:spcBef>
              <a:buClr>
                <a:schemeClr val="accent3">
                  <a:lumMod val="60000"/>
                  <a:lumOff val="40000"/>
                </a:schemeClr>
              </a:buClr>
              <a:defRPr sz="1800" cap="none" spc="0" baseline="0">
                <a:solidFill>
                  <a:schemeClr val="accent3">
                    <a:lumMod val="75000"/>
                  </a:schemeClr>
                </a:solidFill>
              </a:defRPr>
            </a:lvl3pPr>
            <a:lvl4pPr indent="-365760">
              <a:lnSpc>
                <a:spcPct val="100000"/>
              </a:lnSpc>
              <a:spcBef>
                <a:spcPts val="1200"/>
              </a:spcBef>
              <a:buClr>
                <a:schemeClr val="accent3">
                  <a:lumMod val="60000"/>
                  <a:lumOff val="40000"/>
                </a:schemeClr>
              </a:buClr>
              <a:defRPr sz="1800" cap="none" spc="0" baseline="0">
                <a:solidFill>
                  <a:schemeClr val="accent3">
                    <a:lumMod val="75000"/>
                  </a:schemeClr>
                </a:solidFill>
              </a:defRPr>
            </a:lvl4pPr>
            <a:lvl5pPr indent="-365760">
              <a:lnSpc>
                <a:spcPct val="100000"/>
              </a:lnSpc>
              <a:spcBef>
                <a:spcPts val="1200"/>
              </a:spcBef>
              <a:buClr>
                <a:schemeClr val="accent3">
                  <a:lumMod val="60000"/>
                  <a:lumOff val="40000"/>
                </a:schemeClr>
              </a:buClr>
              <a:defRPr sz="1800" cap="none" spc="0" baseline="0">
                <a:solidFill>
                  <a:schemeClr val="accent3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1251678" y="6375679"/>
            <a:ext cx="2329722" cy="348462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940173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raphic 3">
            <a:extLst>
              <a:ext uri="{FF2B5EF4-FFF2-40B4-BE49-F238E27FC236}">
                <a16:creationId xmlns:a16="http://schemas.microsoft.com/office/drawing/2014/main" id="{35F4923C-22B6-A98A-B649-7AB69C5BA0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rot="1985446">
            <a:off x="5613841" y="3865662"/>
            <a:ext cx="589384" cy="914400"/>
          </a:xfrm>
          <a:custGeom>
            <a:avLst/>
            <a:gdLst>
              <a:gd name="connsiteX0" fmla="*/ 688633 w 775111"/>
              <a:gd name="connsiteY0" fmla="*/ 614160 h 1202547"/>
              <a:gd name="connsiteX1" fmla="*/ 422295 w 775111"/>
              <a:gd name="connsiteY1" fmla="*/ 790934 h 1202547"/>
              <a:gd name="connsiteX2" fmla="*/ 434065 w 775111"/>
              <a:gd name="connsiteY2" fmla="*/ 627551 h 1202547"/>
              <a:gd name="connsiteX3" fmla="*/ 432291 w 775111"/>
              <a:gd name="connsiteY3" fmla="*/ 598155 h 1202547"/>
              <a:gd name="connsiteX4" fmla="*/ 653033 w 775111"/>
              <a:gd name="connsiteY4" fmla="*/ 522868 h 1202547"/>
              <a:gd name="connsiteX5" fmla="*/ 775111 w 775111"/>
              <a:gd name="connsiteY5" fmla="*/ 340522 h 1202547"/>
              <a:gd name="connsiteX6" fmla="*/ 753899 w 775111"/>
              <a:gd name="connsiteY6" fmla="*/ 286973 h 1202547"/>
              <a:gd name="connsiteX7" fmla="*/ 706962 w 775111"/>
              <a:gd name="connsiteY7" fmla="*/ 291854 h 1202547"/>
              <a:gd name="connsiteX8" fmla="*/ 559361 w 775111"/>
              <a:gd name="connsiteY8" fmla="*/ 395773 h 1202547"/>
              <a:gd name="connsiteX9" fmla="*/ 431596 w 775111"/>
              <a:gd name="connsiteY9" fmla="*/ 586634 h 1202547"/>
              <a:gd name="connsiteX10" fmla="*/ 415886 w 775111"/>
              <a:gd name="connsiteY10" fmla="*/ 326230 h 1202547"/>
              <a:gd name="connsiteX11" fmla="*/ 505124 w 775111"/>
              <a:gd name="connsiteY11" fmla="*/ 279222 h 1202547"/>
              <a:gd name="connsiteX12" fmla="*/ 650865 w 775111"/>
              <a:gd name="connsiteY12" fmla="*/ 142733 h 1202547"/>
              <a:gd name="connsiteX13" fmla="*/ 648013 w 775111"/>
              <a:gd name="connsiteY13" fmla="*/ 43638 h 1202547"/>
              <a:gd name="connsiteX14" fmla="*/ 561028 w 775111"/>
              <a:gd name="connsiteY14" fmla="*/ 8081 h 1202547"/>
              <a:gd name="connsiteX15" fmla="*/ 446920 w 775111"/>
              <a:gd name="connsiteY15" fmla="*/ 106919 h 1202547"/>
              <a:gd name="connsiteX16" fmla="*/ 375556 w 775111"/>
              <a:gd name="connsiteY16" fmla="*/ 306530 h 1202547"/>
              <a:gd name="connsiteX17" fmla="*/ 266719 w 775111"/>
              <a:gd name="connsiteY17" fmla="*/ 50476 h 1202547"/>
              <a:gd name="connsiteX18" fmla="*/ 142006 w 775111"/>
              <a:gd name="connsiteY18" fmla="*/ 2343 h 1202547"/>
              <a:gd name="connsiteX19" fmla="*/ 94252 w 775111"/>
              <a:gd name="connsiteY19" fmla="*/ 72387 h 1202547"/>
              <a:gd name="connsiteX20" fmla="*/ 160383 w 775111"/>
              <a:gd name="connsiteY20" fmla="*/ 187916 h 1202547"/>
              <a:gd name="connsiteX21" fmla="*/ 347098 w 775111"/>
              <a:gd name="connsiteY21" fmla="*/ 321457 h 1202547"/>
              <a:gd name="connsiteX22" fmla="*/ 365791 w 775111"/>
              <a:gd name="connsiteY22" fmla="*/ 587571 h 1202547"/>
              <a:gd name="connsiteX23" fmla="*/ 213157 w 775111"/>
              <a:gd name="connsiteY23" fmla="*/ 371515 h 1202547"/>
              <a:gd name="connsiteX24" fmla="*/ 134428 w 775111"/>
              <a:gd name="connsiteY24" fmla="*/ 338284 h 1202547"/>
              <a:gd name="connsiteX25" fmla="*/ 15913 w 775111"/>
              <a:gd name="connsiteY25" fmla="*/ 360828 h 1202547"/>
              <a:gd name="connsiteX26" fmla="*/ 4495 w 775111"/>
              <a:gd name="connsiteY26" fmla="*/ 427319 h 1202547"/>
              <a:gd name="connsiteX27" fmla="*/ 367374 w 775111"/>
              <a:gd name="connsiteY27" fmla="*/ 610741 h 1202547"/>
              <a:gd name="connsiteX28" fmla="*/ 368561 w 775111"/>
              <a:gd name="connsiteY28" fmla="*/ 628825 h 1202547"/>
              <a:gd name="connsiteX29" fmla="*/ 367788 w 775111"/>
              <a:gd name="connsiteY29" fmla="*/ 774822 h 1202547"/>
              <a:gd name="connsiteX30" fmla="*/ 364001 w 775111"/>
              <a:gd name="connsiteY30" fmla="*/ 790027 h 1202547"/>
              <a:gd name="connsiteX31" fmla="*/ 204562 w 775111"/>
              <a:gd name="connsiteY31" fmla="*/ 669543 h 1202547"/>
              <a:gd name="connsiteX32" fmla="*/ 99599 w 775111"/>
              <a:gd name="connsiteY32" fmla="*/ 643413 h 1202547"/>
              <a:gd name="connsiteX33" fmla="*/ 38341 w 775111"/>
              <a:gd name="connsiteY33" fmla="*/ 659663 h 1202547"/>
              <a:gd name="connsiteX34" fmla="*/ 49173 w 775111"/>
              <a:gd name="connsiteY34" fmla="*/ 749925 h 1202547"/>
              <a:gd name="connsiteX35" fmla="*/ 360326 w 775111"/>
              <a:gd name="connsiteY35" fmla="*/ 804865 h 1202547"/>
              <a:gd name="connsiteX36" fmla="*/ 313534 w 775111"/>
              <a:gd name="connsiteY36" fmla="*/ 1000121 h 1202547"/>
              <a:gd name="connsiteX37" fmla="*/ 153574 w 775111"/>
              <a:gd name="connsiteY37" fmla="*/ 895805 h 1202547"/>
              <a:gd name="connsiteX38" fmla="*/ 100486 w 775111"/>
              <a:gd name="connsiteY38" fmla="*/ 893171 h 1202547"/>
              <a:gd name="connsiteX39" fmla="*/ 79835 w 775111"/>
              <a:gd name="connsiteY39" fmla="*/ 983290 h 1202547"/>
              <a:gd name="connsiteX40" fmla="*/ 84107 w 775111"/>
              <a:gd name="connsiteY40" fmla="*/ 985685 h 1202547"/>
              <a:gd name="connsiteX41" fmla="*/ 220927 w 775111"/>
              <a:gd name="connsiteY41" fmla="*/ 1018771 h 1202547"/>
              <a:gd name="connsiteX42" fmla="*/ 310049 w 775111"/>
              <a:gd name="connsiteY42" fmla="*/ 1015306 h 1202547"/>
              <a:gd name="connsiteX43" fmla="*/ 276672 w 775111"/>
              <a:gd name="connsiteY43" fmla="*/ 1202541 h 1202547"/>
              <a:gd name="connsiteX44" fmla="*/ 393159 w 775111"/>
              <a:gd name="connsiteY44" fmla="*/ 1202546 h 1202547"/>
              <a:gd name="connsiteX45" fmla="*/ 406163 w 775111"/>
              <a:gd name="connsiteY45" fmla="*/ 1014883 h 1202547"/>
              <a:gd name="connsiteX46" fmla="*/ 641984 w 775111"/>
              <a:gd name="connsiteY46" fmla="*/ 985685 h 1202547"/>
              <a:gd name="connsiteX47" fmla="*/ 646260 w 775111"/>
              <a:gd name="connsiteY47" fmla="*/ 983290 h 1202547"/>
              <a:gd name="connsiteX48" fmla="*/ 625605 w 775111"/>
              <a:gd name="connsiteY48" fmla="*/ 893171 h 1202547"/>
              <a:gd name="connsiteX49" fmla="*/ 572518 w 775111"/>
              <a:gd name="connsiteY49" fmla="*/ 895805 h 1202547"/>
              <a:gd name="connsiteX50" fmla="*/ 406884 w 775111"/>
              <a:gd name="connsiteY50" fmla="*/ 1004870 h 1202547"/>
              <a:gd name="connsiteX51" fmla="*/ 421397 w 775111"/>
              <a:gd name="connsiteY51" fmla="*/ 803403 h 1202547"/>
              <a:gd name="connsiteX52" fmla="*/ 606364 w 775111"/>
              <a:gd name="connsiteY52" fmla="*/ 793201 h 1202547"/>
              <a:gd name="connsiteX53" fmla="*/ 761767 w 775111"/>
              <a:gd name="connsiteY53" fmla="*/ 722715 h 1202547"/>
              <a:gd name="connsiteX54" fmla="*/ 688633 w 775111"/>
              <a:gd name="connsiteY54" fmla="*/ 614160 h 1202547"/>
              <a:gd name="connsiteX55" fmla="*/ 688633 w 775111"/>
              <a:gd name="connsiteY55" fmla="*/ 614160 h 12025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775111" h="1202547">
                <a:moveTo>
                  <a:pt x="688633" y="614160"/>
                </a:moveTo>
                <a:cubicBezTo>
                  <a:pt x="589814" y="619072"/>
                  <a:pt x="462599" y="744763"/>
                  <a:pt x="422295" y="790934"/>
                </a:cubicBezTo>
                <a:lnTo>
                  <a:pt x="434065" y="627551"/>
                </a:lnTo>
                <a:lnTo>
                  <a:pt x="432291" y="598155"/>
                </a:lnTo>
                <a:cubicBezTo>
                  <a:pt x="465796" y="587469"/>
                  <a:pt x="603072" y="543413"/>
                  <a:pt x="653033" y="522868"/>
                </a:cubicBezTo>
                <a:cubicBezTo>
                  <a:pt x="710128" y="499398"/>
                  <a:pt x="774867" y="400385"/>
                  <a:pt x="775111" y="340522"/>
                </a:cubicBezTo>
                <a:cubicBezTo>
                  <a:pt x="775237" y="308322"/>
                  <a:pt x="764163" y="293653"/>
                  <a:pt x="753899" y="286973"/>
                </a:cubicBezTo>
                <a:cubicBezTo>
                  <a:pt x="745079" y="281234"/>
                  <a:pt x="734947" y="280762"/>
                  <a:pt x="706962" y="291854"/>
                </a:cubicBezTo>
                <a:cubicBezTo>
                  <a:pt x="672244" y="306096"/>
                  <a:pt x="612885" y="336852"/>
                  <a:pt x="559361" y="395773"/>
                </a:cubicBezTo>
                <a:cubicBezTo>
                  <a:pt x="494622" y="467036"/>
                  <a:pt x="448223" y="553487"/>
                  <a:pt x="431596" y="586634"/>
                </a:cubicBezTo>
                <a:lnTo>
                  <a:pt x="415886" y="326230"/>
                </a:lnTo>
                <a:cubicBezTo>
                  <a:pt x="448491" y="308610"/>
                  <a:pt x="487236" y="287904"/>
                  <a:pt x="505124" y="279222"/>
                </a:cubicBezTo>
                <a:cubicBezTo>
                  <a:pt x="539011" y="262772"/>
                  <a:pt x="614789" y="200079"/>
                  <a:pt x="650865" y="142733"/>
                </a:cubicBezTo>
                <a:cubicBezTo>
                  <a:pt x="670258" y="111900"/>
                  <a:pt x="660855" y="73008"/>
                  <a:pt x="648013" y="43638"/>
                </a:cubicBezTo>
                <a:cubicBezTo>
                  <a:pt x="636969" y="18383"/>
                  <a:pt x="611502" y="0"/>
                  <a:pt x="561028" y="8081"/>
                </a:cubicBezTo>
                <a:cubicBezTo>
                  <a:pt x="536868" y="14946"/>
                  <a:pt x="483654" y="26614"/>
                  <a:pt x="446920" y="106919"/>
                </a:cubicBezTo>
                <a:cubicBezTo>
                  <a:pt x="417222" y="166895"/>
                  <a:pt x="390645" y="253065"/>
                  <a:pt x="375556" y="306530"/>
                </a:cubicBezTo>
                <a:cubicBezTo>
                  <a:pt x="367470" y="244477"/>
                  <a:pt x="342339" y="120846"/>
                  <a:pt x="266719" y="50476"/>
                </a:cubicBezTo>
                <a:cubicBezTo>
                  <a:pt x="213389" y="849"/>
                  <a:pt x="170811" y="-4346"/>
                  <a:pt x="142006" y="2343"/>
                </a:cubicBezTo>
                <a:cubicBezTo>
                  <a:pt x="114719" y="8681"/>
                  <a:pt x="94672" y="22438"/>
                  <a:pt x="94252" y="72387"/>
                </a:cubicBezTo>
                <a:cubicBezTo>
                  <a:pt x="95747" y="105616"/>
                  <a:pt x="109010" y="150770"/>
                  <a:pt x="160383" y="187916"/>
                </a:cubicBezTo>
                <a:cubicBezTo>
                  <a:pt x="203200" y="218876"/>
                  <a:pt x="297409" y="286057"/>
                  <a:pt x="347098" y="321457"/>
                </a:cubicBezTo>
                <a:cubicBezTo>
                  <a:pt x="350491" y="369359"/>
                  <a:pt x="360722" y="513971"/>
                  <a:pt x="365791" y="587571"/>
                </a:cubicBezTo>
                <a:cubicBezTo>
                  <a:pt x="336430" y="533176"/>
                  <a:pt x="264993" y="407542"/>
                  <a:pt x="213157" y="371515"/>
                </a:cubicBezTo>
                <a:cubicBezTo>
                  <a:pt x="189223" y="354880"/>
                  <a:pt x="160908" y="344612"/>
                  <a:pt x="134428" y="338284"/>
                </a:cubicBezTo>
                <a:cubicBezTo>
                  <a:pt x="87043" y="326959"/>
                  <a:pt x="46786" y="326081"/>
                  <a:pt x="15913" y="360828"/>
                </a:cubicBezTo>
                <a:cubicBezTo>
                  <a:pt x="3472" y="379252"/>
                  <a:pt x="-5958" y="403346"/>
                  <a:pt x="4495" y="427319"/>
                </a:cubicBezTo>
                <a:cubicBezTo>
                  <a:pt x="54369" y="541701"/>
                  <a:pt x="309232" y="599036"/>
                  <a:pt x="367374" y="610741"/>
                </a:cubicBezTo>
                <a:cubicBezTo>
                  <a:pt x="367946" y="619209"/>
                  <a:pt x="368358" y="625472"/>
                  <a:pt x="368561" y="628825"/>
                </a:cubicBezTo>
                <a:cubicBezTo>
                  <a:pt x="370482" y="660662"/>
                  <a:pt x="367788" y="774822"/>
                  <a:pt x="367788" y="774822"/>
                </a:cubicBezTo>
                <a:cubicBezTo>
                  <a:pt x="367788" y="774822"/>
                  <a:pt x="366408" y="780330"/>
                  <a:pt x="364001" y="790027"/>
                </a:cubicBezTo>
                <a:cubicBezTo>
                  <a:pt x="329186" y="758093"/>
                  <a:pt x="243707" y="682180"/>
                  <a:pt x="204562" y="669543"/>
                </a:cubicBezTo>
                <a:cubicBezTo>
                  <a:pt x="172915" y="659327"/>
                  <a:pt x="131452" y="648478"/>
                  <a:pt x="99599" y="643413"/>
                </a:cubicBezTo>
                <a:cubicBezTo>
                  <a:pt x="81325" y="640509"/>
                  <a:pt x="55686" y="634766"/>
                  <a:pt x="38341" y="659663"/>
                </a:cubicBezTo>
                <a:cubicBezTo>
                  <a:pt x="22688" y="684519"/>
                  <a:pt x="14697" y="728193"/>
                  <a:pt x="49173" y="749925"/>
                </a:cubicBezTo>
                <a:cubicBezTo>
                  <a:pt x="91636" y="776697"/>
                  <a:pt x="292127" y="803377"/>
                  <a:pt x="360326" y="804865"/>
                </a:cubicBezTo>
                <a:cubicBezTo>
                  <a:pt x="350120" y="846180"/>
                  <a:pt x="331066" y="924096"/>
                  <a:pt x="313534" y="1000121"/>
                </a:cubicBezTo>
                <a:cubicBezTo>
                  <a:pt x="278443" y="970898"/>
                  <a:pt x="197109" y="906134"/>
                  <a:pt x="153574" y="895805"/>
                </a:cubicBezTo>
                <a:cubicBezTo>
                  <a:pt x="134361" y="891245"/>
                  <a:pt x="116152" y="891219"/>
                  <a:pt x="100486" y="893171"/>
                </a:cubicBezTo>
                <a:cubicBezTo>
                  <a:pt x="55677" y="898745"/>
                  <a:pt x="41311" y="959540"/>
                  <a:pt x="79835" y="983290"/>
                </a:cubicBezTo>
                <a:cubicBezTo>
                  <a:pt x="81199" y="984131"/>
                  <a:pt x="82622" y="984931"/>
                  <a:pt x="84107" y="985685"/>
                </a:cubicBezTo>
                <a:cubicBezTo>
                  <a:pt x="125680" y="1006832"/>
                  <a:pt x="194112" y="1019484"/>
                  <a:pt x="220927" y="1018771"/>
                </a:cubicBezTo>
                <a:cubicBezTo>
                  <a:pt x="239281" y="1018276"/>
                  <a:pt x="283785" y="1016427"/>
                  <a:pt x="310049" y="1015306"/>
                </a:cubicBezTo>
                <a:cubicBezTo>
                  <a:pt x="287686" y="1113140"/>
                  <a:pt x="269049" y="1203433"/>
                  <a:pt x="276672" y="1202541"/>
                </a:cubicBezTo>
                <a:cubicBezTo>
                  <a:pt x="294363" y="1201807"/>
                  <a:pt x="393159" y="1202546"/>
                  <a:pt x="393159" y="1202546"/>
                </a:cubicBezTo>
                <a:lnTo>
                  <a:pt x="406163" y="1014883"/>
                </a:lnTo>
                <a:cubicBezTo>
                  <a:pt x="501071" y="1033843"/>
                  <a:pt x="600412" y="1006832"/>
                  <a:pt x="641984" y="985685"/>
                </a:cubicBezTo>
                <a:cubicBezTo>
                  <a:pt x="643468" y="984931"/>
                  <a:pt x="644892" y="984131"/>
                  <a:pt x="646260" y="983290"/>
                </a:cubicBezTo>
                <a:cubicBezTo>
                  <a:pt x="684782" y="959540"/>
                  <a:pt x="670415" y="898745"/>
                  <a:pt x="625605" y="893171"/>
                </a:cubicBezTo>
                <a:cubicBezTo>
                  <a:pt x="609941" y="891219"/>
                  <a:pt x="591729" y="891245"/>
                  <a:pt x="572518" y="895805"/>
                </a:cubicBezTo>
                <a:cubicBezTo>
                  <a:pt x="526447" y="906735"/>
                  <a:pt x="438009" y="978654"/>
                  <a:pt x="406884" y="1004870"/>
                </a:cubicBezTo>
                <a:lnTo>
                  <a:pt x="421397" y="803403"/>
                </a:lnTo>
                <a:cubicBezTo>
                  <a:pt x="454162" y="802888"/>
                  <a:pt x="562832" y="800646"/>
                  <a:pt x="606364" y="793201"/>
                </a:cubicBezTo>
                <a:cubicBezTo>
                  <a:pt x="690396" y="778832"/>
                  <a:pt x="730407" y="763601"/>
                  <a:pt x="761767" y="722715"/>
                </a:cubicBezTo>
                <a:cubicBezTo>
                  <a:pt x="783115" y="694873"/>
                  <a:pt x="744947" y="611357"/>
                  <a:pt x="688633" y="614160"/>
                </a:cubicBezTo>
                <a:lnTo>
                  <a:pt x="688633" y="614160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  <a:alpha val="50000"/>
            </a:scheme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415280" y="457200"/>
            <a:ext cx="6482080" cy="3891280"/>
          </a:xfrm>
        </p:spPr>
        <p:txBody>
          <a:bodyPr lIns="0" tIns="0" rIns="0" bIns="0" anchor="t" anchorCtr="0">
            <a:noAutofit/>
          </a:bodyPr>
          <a:lstStyle>
            <a:lvl1pPr algn="l">
              <a:defRPr sz="5400" b="0" i="0" spc="200" baseline="0">
                <a:solidFill>
                  <a:schemeClr val="accent3">
                    <a:lumMod val="75000"/>
                  </a:schemeClr>
                </a:solidFill>
                <a:latin typeface="+mj-lt"/>
                <a:ea typeface="Batang" panose="02030600000101010101" pitchFamily="18" charset="-127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412022" y="4419600"/>
            <a:ext cx="6482079" cy="1996696"/>
          </a:xfr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ts val="4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b="0" i="0" cap="none" spc="0" baseline="0">
                <a:solidFill>
                  <a:schemeClr val="accent3">
                    <a:lumMod val="75000"/>
                  </a:schemeClr>
                </a:solidFill>
                <a:latin typeface="+mn-lt"/>
                <a:ea typeface="Batang" panose="02030600000101010101" pitchFamily="18" charset="-12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94FA5E09-BD6C-1A5B-0586-4CC9CBCFCE49}"/>
              </a:ext>
            </a:extLst>
          </p:cNvPr>
          <p:cNvSpPr>
            <a:spLocks noGrp="1"/>
          </p:cNvSpPr>
          <p:nvPr>
            <p:ph type="pic" idx="10"/>
          </p:nvPr>
        </p:nvSpPr>
        <p:spPr>
          <a:xfrm>
            <a:off x="457200" y="441754"/>
            <a:ext cx="4572000" cy="5943600"/>
          </a:xfrm>
          <a:prstGeom prst="roundRect">
            <a:avLst>
              <a:gd name="adj" fmla="val 9214"/>
            </a:avLst>
          </a:prstGeom>
        </p:spPr>
        <p:txBody>
          <a:bodyPr anchor="t"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7289695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www.3aayaam.in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1251678" y="6375679"/>
            <a:ext cx="2329722" cy="348462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EE1C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D968ADEB-E836-6F57-BA32-6E6A343A3F49}"/>
              </a:ext>
            </a:extLst>
          </p:cNvPr>
          <p:cNvSpPr/>
          <p:nvPr userDrawn="1"/>
        </p:nvSpPr>
        <p:spPr>
          <a:xfrm>
            <a:off x="303973" y="457199"/>
            <a:ext cx="540623" cy="5943601"/>
          </a:xfrm>
          <a:prstGeom prst="roundRect">
            <a:avLst>
              <a:gd name="adj" fmla="val 50000"/>
            </a:avLst>
          </a:prstGeom>
          <a:noFill/>
          <a:ln w="1905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cap="none" baseline="0" dirty="0">
              <a:latin typeface="Avenir" panose="02000503020000020003" pitchFamily="2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-1566007" y="3745750"/>
            <a:ext cx="4283095" cy="540629"/>
          </a:xfrm>
          <a:prstGeom prst="rect">
            <a:avLst/>
          </a:prstGeom>
        </p:spPr>
        <p:txBody>
          <a:bodyPr vert="horz" lIns="91440" tIns="0" rIns="91440" bIns="0" rtlCol="0" anchor="ctr"/>
          <a:lstStyle>
            <a:lvl1pPr algn="l">
              <a:defRPr sz="1400" b="0" i="0" cap="none" spc="100" baseline="0">
                <a:solidFill>
                  <a:schemeClr val="tx1"/>
                </a:solidFill>
                <a:latin typeface="Avenir" panose="02000503020000020003" pitchFamily="2" charset="0"/>
                <a:ea typeface="Batang" panose="02030600000101010101" pitchFamily="18" charset="-127"/>
              </a:defRPr>
            </a:lvl1pPr>
          </a:lstStyle>
          <a:p>
            <a:r>
              <a:rPr lang="en-US" dirty="0"/>
              <a:t>www.3aayaam.in</a:t>
            </a: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80160" y="456527"/>
            <a:ext cx="10232020" cy="141799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80160" y="2204714"/>
            <a:ext cx="10232020" cy="41967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03973" y="624840"/>
            <a:ext cx="540623" cy="5181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000" b="1" i="0" cap="none" baseline="0">
                <a:solidFill>
                  <a:schemeClr val="accent3">
                    <a:lumMod val="75000"/>
                  </a:schemeClr>
                </a:solidFill>
                <a:latin typeface="Avenir" panose="02000503020000020003" pitchFamily="2" charset="0"/>
                <a:ea typeface="Batang" panose="02030600000101010101" pitchFamily="18" charset="-127"/>
              </a:defRPr>
            </a:lvl1pPr>
          </a:lstStyle>
          <a:p>
            <a:fld id="{71766878-3199-4EAB-94E7-2D6D11070E1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78" r:id="rId4"/>
    <p:sldLayoutId id="2147483653" r:id="rId5"/>
    <p:sldLayoutId id="2147483654" r:id="rId6"/>
    <p:sldLayoutId id="2147483666" r:id="rId7"/>
    <p:sldLayoutId id="2147483662" r:id="rId8"/>
    <p:sldLayoutId id="2147483681" r:id="rId9"/>
    <p:sldLayoutId id="2147483680" r:id="rId10"/>
    <p:sldLayoutId id="2147483667" r:id="rId11"/>
    <p:sldLayoutId id="2147483655" r:id="rId1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b="0" i="0" kern="1200" cap="none" spc="0" baseline="0">
          <a:solidFill>
            <a:schemeClr val="accent3">
              <a:lumMod val="75000"/>
            </a:schemeClr>
          </a:solidFill>
          <a:latin typeface="Avenir" panose="02000503020000020003" pitchFamily="2" charset="0"/>
          <a:ea typeface="Batang" panose="02030600000101010101" pitchFamily="18" charset="-127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accent3">
            <a:lumMod val="60000"/>
            <a:lumOff val="40000"/>
          </a:schemeClr>
        </a:buClr>
        <a:buFont typeface="Arial" panose="020B0604020202020204" pitchFamily="34" charset="0"/>
        <a:buChar char="•"/>
        <a:defRPr sz="2400" b="0" i="0" kern="1200" cap="none" spc="0" baseline="0">
          <a:solidFill>
            <a:schemeClr val="accent3">
              <a:lumMod val="75000"/>
            </a:schemeClr>
          </a:solidFill>
          <a:latin typeface="Avenir" panose="02000503020000020003" pitchFamily="2" charset="0"/>
          <a:ea typeface="Batang" panose="02030600000101010101" pitchFamily="18" charset="-127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accent3">
            <a:lumMod val="60000"/>
            <a:lumOff val="40000"/>
          </a:schemeClr>
        </a:buClr>
        <a:buFont typeface="Arial" panose="020B0604020202020204" pitchFamily="34" charset="0"/>
        <a:buChar char="•"/>
        <a:defRPr sz="2400" b="0" i="0" kern="1200" cap="none" spc="0" baseline="0">
          <a:solidFill>
            <a:schemeClr val="accent3">
              <a:lumMod val="75000"/>
            </a:schemeClr>
          </a:solidFill>
          <a:latin typeface="Avenir" panose="02000503020000020003" pitchFamily="2" charset="0"/>
          <a:ea typeface="Batang" panose="02030600000101010101" pitchFamily="18" charset="-127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accent3">
            <a:lumMod val="60000"/>
            <a:lumOff val="40000"/>
          </a:schemeClr>
        </a:buClr>
        <a:buFont typeface="Arial" panose="020B0604020202020204" pitchFamily="34" charset="0"/>
        <a:buChar char="•"/>
        <a:defRPr sz="2400" b="0" i="0" kern="1200" cap="none" spc="0" baseline="0">
          <a:solidFill>
            <a:schemeClr val="accent3">
              <a:lumMod val="75000"/>
            </a:schemeClr>
          </a:solidFill>
          <a:latin typeface="Avenir" panose="02000503020000020003" pitchFamily="2" charset="0"/>
          <a:ea typeface="Batang" panose="02030600000101010101" pitchFamily="18" charset="-127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accent3">
            <a:lumMod val="60000"/>
            <a:lumOff val="40000"/>
          </a:schemeClr>
        </a:buClr>
        <a:buFont typeface="Arial" panose="020B0604020202020204" pitchFamily="34" charset="0"/>
        <a:buChar char="•"/>
        <a:defRPr sz="2400" b="0" i="0" kern="1200" cap="none" spc="0" baseline="0">
          <a:solidFill>
            <a:schemeClr val="accent3">
              <a:lumMod val="75000"/>
            </a:schemeClr>
          </a:solidFill>
          <a:latin typeface="Avenir" panose="02000503020000020003" pitchFamily="2" charset="0"/>
          <a:ea typeface="Batang" panose="02030600000101010101" pitchFamily="18" charset="-127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accent3">
            <a:lumMod val="60000"/>
            <a:lumOff val="40000"/>
          </a:schemeClr>
        </a:buClr>
        <a:buFont typeface="Arial" panose="020B0604020202020204" pitchFamily="34" charset="0"/>
        <a:buChar char="•"/>
        <a:defRPr sz="2400" b="0" i="0" kern="1200" cap="none" spc="0" baseline="0">
          <a:solidFill>
            <a:schemeClr val="accent3">
              <a:lumMod val="75000"/>
            </a:schemeClr>
          </a:solidFill>
          <a:latin typeface="Avenir" panose="02000503020000020003" pitchFamily="2" charset="0"/>
          <a:ea typeface="Batang" panose="02030600000101010101" pitchFamily="18" charset="-127"/>
          <a:cs typeface="+mn-cs"/>
        </a:defRPr>
      </a:lvl5pPr>
      <a:lvl6pPr marL="2514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92">
          <p15:clr>
            <a:srgbClr val="F26B43"/>
          </p15:clr>
        </p15:guide>
        <p15:guide id="2" pos="7200">
          <p15:clr>
            <a:srgbClr val="F26B43"/>
          </p15:clr>
        </p15:guide>
        <p15:guide id="3" orient="horz" pos="4008">
          <p15:clr>
            <a:srgbClr val="F26B43"/>
          </p15:clr>
        </p15:guide>
        <p15:guide id="4" orient="horz" pos="1440">
          <p15:clr>
            <a:srgbClr val="F26B43"/>
          </p15:clr>
        </p15:guide>
        <p15:guide id="5" orient="horz" pos="3720">
          <p15:clr>
            <a:srgbClr val="F26B43"/>
          </p15:clr>
        </p15:guide>
        <p15:guide id="6" orient="horz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3659EFF5-19CE-43EC-94B1-9827F204EC91}"/>
              </a:ext>
            </a:extLst>
          </p:cNvPr>
          <p:cNvSpPr txBox="1">
            <a:spLocks/>
          </p:cNvSpPr>
          <p:nvPr/>
        </p:nvSpPr>
        <p:spPr>
          <a:xfrm>
            <a:off x="505316" y="1394058"/>
            <a:ext cx="5699126" cy="4358641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0" i="0" kern="1200" cap="none" spc="0" baseline="0">
                <a:solidFill>
                  <a:schemeClr val="bg1"/>
                </a:solidFill>
                <a:latin typeface="+mj-lt"/>
                <a:ea typeface="Batang" panose="02030600000101010101" pitchFamily="18" charset="-127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sz="7200" b="1" u="sng" kern="0" dirty="0">
                <a:solidFill>
                  <a:srgbClr val="011893"/>
                </a:solidFill>
                <a:latin typeface="Avenir" panose="02000503020000020003" pitchFamily="2" charset="0"/>
              </a:rPr>
              <a:t>Project 3 &amp; 4</a:t>
            </a:r>
            <a:br>
              <a:rPr lang="en-US" sz="8000" b="1" u="sng" kern="0" dirty="0">
                <a:latin typeface="Avenir" panose="02000503020000020003" pitchFamily="2" charset="0"/>
              </a:rPr>
            </a:br>
            <a:r>
              <a:rPr lang="en-US" sz="6000" kern="0" dirty="0">
                <a:solidFill>
                  <a:schemeClr val="tx1"/>
                </a:solidFill>
                <a:latin typeface="Avenir" panose="02000503020000020003" pitchFamily="2" charset="0"/>
              </a:rPr>
              <a:t>Administration</a:t>
            </a:r>
          </a:p>
          <a:p>
            <a:pPr algn="ctr">
              <a:lnSpc>
                <a:spcPct val="100000"/>
              </a:lnSpc>
            </a:pPr>
            <a:r>
              <a:rPr lang="en-US" sz="6000" kern="0" dirty="0">
                <a:solidFill>
                  <a:schemeClr val="tx1"/>
                </a:solidFill>
                <a:latin typeface="Avenir" panose="02000503020000020003" pitchFamily="2" charset="0"/>
              </a:rPr>
              <a:t>OLTP to OLAP</a:t>
            </a:r>
            <a:endParaRPr lang="en-US" sz="8000" kern="0" dirty="0">
              <a:solidFill>
                <a:schemeClr val="tx1"/>
              </a:solidFill>
              <a:latin typeface="Avenir" panose="02000503020000020003" pitchFamily="2" charset="0"/>
            </a:endParaRPr>
          </a:p>
        </p:txBody>
      </p:sp>
      <p:pic>
        <p:nvPicPr>
          <p:cNvPr id="10" name="Picture Placeholder 9" descr="A diagram of a business diagram&#10;&#10;AI-generated content may be incorrect.">
            <a:extLst>
              <a:ext uri="{FF2B5EF4-FFF2-40B4-BE49-F238E27FC236}">
                <a16:creationId xmlns:a16="http://schemas.microsoft.com/office/drawing/2014/main" id="{A35F6F04-BA0E-7100-F713-8C31F5BDE49E}"/>
              </a:ext>
            </a:extLst>
          </p:cNvPr>
          <p:cNvPicPr>
            <a:picLocks noGrp="1" noChangeAspect="1"/>
          </p:cNvPicPr>
          <p:nvPr>
            <p:ph type="pic" idx="10"/>
          </p:nvPr>
        </p:nvPicPr>
        <p:blipFill>
          <a:blip r:embed="rId2"/>
          <a:srcRect l="14505" r="14505"/>
          <a:stretch>
            <a:fillRect/>
          </a:stretch>
        </p:blipFill>
        <p:spPr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4009017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991790B-5442-CE48-A9B7-42E7F125A07F}"/>
              </a:ext>
            </a:extLst>
          </p:cNvPr>
          <p:cNvSpPr txBox="1">
            <a:spLocks/>
          </p:cNvSpPr>
          <p:nvPr/>
        </p:nvSpPr>
        <p:spPr>
          <a:xfrm>
            <a:off x="739537" y="457200"/>
            <a:ext cx="10614263" cy="127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b="0" i="0" kern="1200" cap="none" spc="0" baseline="0">
                <a:solidFill>
                  <a:schemeClr val="accent3">
                    <a:lumMod val="75000"/>
                  </a:schemeClr>
                </a:solidFill>
                <a:latin typeface="Avenir" panose="02000503020000020003" pitchFamily="2" charset="0"/>
                <a:ea typeface="Batang" panose="02030600000101010101" pitchFamily="18" charset="-127"/>
                <a:cs typeface="+mj-cs"/>
              </a:defRPr>
            </a:lvl1pPr>
          </a:lstStyle>
          <a:p>
            <a:r>
              <a:rPr lang="en-US" sz="8000" b="1" dirty="0"/>
              <a:t>Source Dataset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2AF94F-6CB3-2748-947E-91382D24F7FB}"/>
              </a:ext>
            </a:extLst>
          </p:cNvPr>
          <p:cNvSpPr txBox="1">
            <a:spLocks/>
          </p:cNvSpPr>
          <p:nvPr/>
        </p:nvSpPr>
        <p:spPr>
          <a:xfrm>
            <a:off x="739537" y="6388590"/>
            <a:ext cx="540623" cy="5181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Avenir" panose="02000503020000020003" pitchFamily="2" charset="0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1766878-3199-4EAB-94E7-2D6D11070E14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325568FC-346A-7F45-8414-478BF801A765}"/>
              </a:ext>
            </a:extLst>
          </p:cNvPr>
          <p:cNvSpPr txBox="1">
            <a:spLocks/>
          </p:cNvSpPr>
          <p:nvPr/>
        </p:nvSpPr>
        <p:spPr>
          <a:xfrm>
            <a:off x="5097109" y="6388590"/>
            <a:ext cx="2439742" cy="540629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Avenir" panose="02000503020000020003" pitchFamily="2" charset="0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/>
              <a:t>www.3aayaam.in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B81FF0-9797-664F-9902-DBFEAE622794}"/>
              </a:ext>
            </a:extLst>
          </p:cNvPr>
          <p:cNvSpPr txBox="1"/>
          <p:nvPr/>
        </p:nvSpPr>
        <p:spPr>
          <a:xfrm>
            <a:off x="960517" y="1758122"/>
            <a:ext cx="5356463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Avenir" panose="02000503020000020003" pitchFamily="2" charset="0"/>
                <a:ea typeface="Batang" panose="02030600000101010101" pitchFamily="18" charset="-127"/>
                <a:cs typeface="+mj-cs"/>
              </a:rPr>
              <a:t>Education Data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Avenir" panose="02000503020000020003" pitchFamily="2" charset="0"/>
                <a:ea typeface="Batang" panose="02030600000101010101" pitchFamily="18" charset="-127"/>
                <a:cs typeface="+mj-cs"/>
              </a:rPr>
              <a:t>Format: CSV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Avenir" panose="02000503020000020003" pitchFamily="2" charset="0"/>
                <a:ea typeface="Batang" panose="02030600000101010101" pitchFamily="18" charset="-127"/>
                <a:cs typeface="+mj-cs"/>
              </a:rPr>
              <a:t>No. of files: 19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Avenir" panose="02000503020000020003" pitchFamily="2" charset="0"/>
                <a:ea typeface="Batang" panose="02030600000101010101" pitchFamily="18" charset="-127"/>
                <a:cs typeface="+mj-cs"/>
              </a:rPr>
              <a:t>Total size: 1.3 GB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dirty="0">
              <a:latin typeface="Avenir" panose="02000503020000020003" pitchFamily="2" charset="0"/>
              <a:ea typeface="Batang" panose="02030600000101010101" pitchFamily="18" charset="-127"/>
              <a:cs typeface="+mj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98719EC-10D0-0F17-E980-A102F6055EB1}"/>
              </a:ext>
            </a:extLst>
          </p:cNvPr>
          <p:cNvSpPr/>
          <p:nvPr/>
        </p:nvSpPr>
        <p:spPr>
          <a:xfrm>
            <a:off x="3819093" y="1561049"/>
            <a:ext cx="3717758" cy="408166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 err="1">
                <a:solidFill>
                  <a:schemeClr val="accent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applicant_id</a:t>
            </a:r>
            <a:br>
              <a:rPr lang="en-IN" b="1" dirty="0">
                <a:solidFill>
                  <a:schemeClr val="accent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IN" b="1" dirty="0" err="1">
                <a:solidFill>
                  <a:schemeClr val="accent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applicant_name</a:t>
            </a:r>
            <a:endParaRPr lang="en-IN" b="1" dirty="0">
              <a:solidFill>
                <a:schemeClr val="accent3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IN" b="1" dirty="0" err="1">
                <a:solidFill>
                  <a:schemeClr val="accent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applicant_gender</a:t>
            </a:r>
            <a:br>
              <a:rPr lang="en-IN" b="1" dirty="0">
                <a:solidFill>
                  <a:schemeClr val="accent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IN" b="1" dirty="0" err="1">
                <a:solidFill>
                  <a:schemeClr val="accent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applicant_dob</a:t>
            </a:r>
            <a:br>
              <a:rPr lang="en-IN" b="1" dirty="0">
                <a:solidFill>
                  <a:schemeClr val="accent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IN" b="1" dirty="0" err="1">
                <a:solidFill>
                  <a:schemeClr val="accent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applicant_country</a:t>
            </a:r>
            <a:br>
              <a:rPr lang="en-IN" b="1" dirty="0">
                <a:solidFill>
                  <a:schemeClr val="accent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IN" b="1" dirty="0" err="1">
                <a:solidFill>
                  <a:schemeClr val="accent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applicant_qual_test_score</a:t>
            </a:r>
            <a:br>
              <a:rPr lang="en-IN" b="1" dirty="0">
                <a:solidFill>
                  <a:schemeClr val="accent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IN" b="1" dirty="0" err="1">
                <a:solidFill>
                  <a:schemeClr val="accent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applicant_high_school_GPA</a:t>
            </a:r>
            <a:br>
              <a:rPr lang="en-IN" b="1" dirty="0">
                <a:solidFill>
                  <a:schemeClr val="accent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IN" b="1" dirty="0" err="1">
                <a:solidFill>
                  <a:schemeClr val="accent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scholarship_grade</a:t>
            </a:r>
            <a:endParaRPr lang="en-IN" b="1" dirty="0">
              <a:solidFill>
                <a:schemeClr val="accent3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IN" b="1" dirty="0" err="1">
                <a:solidFill>
                  <a:schemeClr val="accent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scholarship_pct</a:t>
            </a:r>
            <a:br>
              <a:rPr lang="en-IN" b="1" dirty="0">
                <a:solidFill>
                  <a:schemeClr val="accent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IN" b="1" dirty="0" err="1">
                <a:solidFill>
                  <a:schemeClr val="accent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interview_date</a:t>
            </a:r>
            <a:br>
              <a:rPr lang="en-IN" b="1" dirty="0">
                <a:solidFill>
                  <a:schemeClr val="accent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IN" b="1" dirty="0" err="1">
                <a:solidFill>
                  <a:schemeClr val="accent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interview_score</a:t>
            </a:r>
            <a:br>
              <a:rPr lang="en-IN" b="1" dirty="0">
                <a:solidFill>
                  <a:schemeClr val="accent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IN" b="1" dirty="0" err="1">
                <a:solidFill>
                  <a:schemeClr val="accent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admission_date</a:t>
            </a:r>
            <a:br>
              <a:rPr lang="en-IN" b="1" dirty="0">
                <a:solidFill>
                  <a:schemeClr val="accent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IN" b="1" dirty="0" err="1">
                <a:solidFill>
                  <a:schemeClr val="accent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institute_id</a:t>
            </a:r>
            <a:br>
              <a:rPr lang="en-IN" b="1" dirty="0">
                <a:solidFill>
                  <a:schemeClr val="accent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IN" b="1" dirty="0" err="1">
                <a:solidFill>
                  <a:schemeClr val="accent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course_name</a:t>
            </a:r>
            <a:endParaRPr lang="en-IN" b="1" dirty="0">
              <a:solidFill>
                <a:schemeClr val="accent3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D2E881-8FE7-4128-2E52-ECB3204B0745}"/>
              </a:ext>
            </a:extLst>
          </p:cNvPr>
          <p:cNvSpPr/>
          <p:nvPr/>
        </p:nvSpPr>
        <p:spPr>
          <a:xfrm>
            <a:off x="7739269" y="2372139"/>
            <a:ext cx="4359965" cy="327057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600" b="1" dirty="0" err="1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institute_id</a:t>
            </a:r>
            <a:br>
              <a:rPr lang="en-IN" sz="1600" b="1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IN" sz="1600" b="1" dirty="0" err="1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institute_name</a:t>
            </a:r>
            <a:r>
              <a:rPr lang="en-IN" sz="1600" b="1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N" sz="1600" b="1" dirty="0" err="1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institute_fee</a:t>
            </a:r>
            <a:endParaRPr lang="en-IN" sz="1600" b="1" dirty="0">
              <a:solidFill>
                <a:schemeClr val="accent3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IN" sz="1600" b="1" dirty="0" err="1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institute_reputation</a:t>
            </a:r>
            <a:r>
              <a:rPr lang="en-IN" sz="1600" b="1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IN" sz="1600" b="1" dirty="0" err="1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institute_campus_job_placement_pct</a:t>
            </a:r>
            <a:r>
              <a:rPr lang="en-IN" sz="1600" b="1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</a:p>
          <a:p>
            <a:r>
              <a:rPr lang="en-IN" sz="1600" b="1" dirty="0" err="1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institute_campus_area</a:t>
            </a:r>
            <a:br>
              <a:rPr lang="en-IN" sz="1600" b="1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IN" sz="1600" b="1" dirty="0" err="1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score_cut_off</a:t>
            </a:r>
            <a:endParaRPr lang="en-IN" sz="1600" b="1" dirty="0">
              <a:solidFill>
                <a:schemeClr val="accent3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IN" sz="1600" b="1" dirty="0" err="1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total_no_of_students</a:t>
            </a:r>
            <a:r>
              <a:rPr lang="en-IN" sz="1600" b="1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IN" sz="1600" b="1" dirty="0" err="1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applied_no_of_students</a:t>
            </a:r>
            <a:br>
              <a:rPr lang="en-IN" sz="1600" b="1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IN" sz="1600" b="1" dirty="0" err="1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declined_no_of_student_pct</a:t>
            </a:r>
            <a:br>
              <a:rPr lang="en-IN" sz="1600" b="1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IN" sz="1600" b="1" dirty="0" err="1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accepted_no_of_student_pct</a:t>
            </a:r>
            <a:endParaRPr lang="en-IN" sz="1600" b="1" dirty="0">
              <a:solidFill>
                <a:schemeClr val="accent3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7989C5-E366-3583-E66B-33669754DB4F}"/>
              </a:ext>
            </a:extLst>
          </p:cNvPr>
          <p:cNvSpPr txBox="1"/>
          <p:nvPr/>
        </p:nvSpPr>
        <p:spPr>
          <a:xfrm>
            <a:off x="4385885" y="5673639"/>
            <a:ext cx="25841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Avenir Book" panose="02000503020000020003" pitchFamily="2" charset="0"/>
                <a:cs typeface="Courier New" panose="02070309020205020404" pitchFamily="49" charset="0"/>
              </a:rPr>
              <a:t>Applicant Data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699D018-2C53-D000-593D-9D52B58A61FE}"/>
              </a:ext>
            </a:extLst>
          </p:cNvPr>
          <p:cNvSpPr txBox="1"/>
          <p:nvPr/>
        </p:nvSpPr>
        <p:spPr>
          <a:xfrm>
            <a:off x="8627164" y="5673639"/>
            <a:ext cx="25841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Avenir Book" panose="02000503020000020003" pitchFamily="2" charset="0"/>
                <a:cs typeface="Courier New" panose="02070309020205020404" pitchFamily="49" charset="0"/>
              </a:rPr>
              <a:t>Institute Data</a:t>
            </a:r>
          </a:p>
        </p:txBody>
      </p:sp>
    </p:spTree>
    <p:extLst>
      <p:ext uri="{BB962C8B-B14F-4D97-AF65-F5344CB8AC3E}">
        <p14:creationId xmlns:p14="http://schemas.microsoft.com/office/powerpoint/2010/main" val="31370648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991790B-5442-CE48-A9B7-42E7F125A07F}"/>
              </a:ext>
            </a:extLst>
          </p:cNvPr>
          <p:cNvSpPr txBox="1">
            <a:spLocks/>
          </p:cNvSpPr>
          <p:nvPr/>
        </p:nvSpPr>
        <p:spPr>
          <a:xfrm>
            <a:off x="739537" y="457200"/>
            <a:ext cx="10614263" cy="127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b="0" i="0" kern="1200" cap="none" spc="0" baseline="0">
                <a:solidFill>
                  <a:schemeClr val="accent3">
                    <a:lumMod val="75000"/>
                  </a:schemeClr>
                </a:solidFill>
                <a:latin typeface="Avenir" panose="02000503020000020003" pitchFamily="2" charset="0"/>
                <a:ea typeface="Batang" panose="02030600000101010101" pitchFamily="18" charset="-127"/>
                <a:cs typeface="+mj-cs"/>
              </a:defRPr>
            </a:lvl1pPr>
          </a:lstStyle>
          <a:p>
            <a:r>
              <a:rPr lang="en-US" b="1" dirty="0"/>
              <a:t>Administration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2AF94F-6CB3-2748-947E-91382D24F7FB}"/>
              </a:ext>
            </a:extLst>
          </p:cNvPr>
          <p:cNvSpPr txBox="1">
            <a:spLocks/>
          </p:cNvSpPr>
          <p:nvPr/>
        </p:nvSpPr>
        <p:spPr>
          <a:xfrm>
            <a:off x="739537" y="6388590"/>
            <a:ext cx="540623" cy="5181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Avenir" panose="02000503020000020003" pitchFamily="2" charset="0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1766878-3199-4EAB-94E7-2D6D11070E14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325568FC-346A-7F45-8414-478BF801A765}"/>
              </a:ext>
            </a:extLst>
          </p:cNvPr>
          <p:cNvSpPr txBox="1">
            <a:spLocks/>
          </p:cNvSpPr>
          <p:nvPr/>
        </p:nvSpPr>
        <p:spPr>
          <a:xfrm>
            <a:off x="5097109" y="6388590"/>
            <a:ext cx="2439742" cy="540629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Avenir" panose="02000503020000020003" pitchFamily="2" charset="0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/>
              <a:t>www.3aayaam.in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B81FF0-9797-664F-9902-DBFEAE622794}"/>
              </a:ext>
            </a:extLst>
          </p:cNvPr>
          <p:cNvSpPr txBox="1"/>
          <p:nvPr/>
        </p:nvSpPr>
        <p:spPr>
          <a:xfrm>
            <a:off x="898182" y="1520213"/>
            <a:ext cx="10837595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Avenir" panose="02000503020000020003" pitchFamily="2" charset="0"/>
                <a:ea typeface="Batang" panose="02030600000101010101" pitchFamily="18" charset="-127"/>
                <a:cs typeface="+mj-cs"/>
              </a:rPr>
              <a:t>Create 2 tables – Applicant and Institute, with the following properties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Avenir" panose="02000503020000020003" pitchFamily="2" charset="0"/>
                <a:ea typeface="Batang" panose="02030600000101010101" pitchFamily="18" charset="-127"/>
                <a:cs typeface="+mj-cs"/>
              </a:rPr>
              <a:t>Applicant Table – </a:t>
            </a:r>
            <a:r>
              <a:rPr lang="en-US" sz="2000" dirty="0" err="1">
                <a:latin typeface="Avenir" panose="02000503020000020003" pitchFamily="2" charset="0"/>
                <a:ea typeface="Batang" panose="02030600000101010101" pitchFamily="18" charset="-127"/>
                <a:cs typeface="+mj-cs"/>
              </a:rPr>
              <a:t>DistKey</a:t>
            </a:r>
            <a:r>
              <a:rPr lang="en-US" sz="2000" dirty="0">
                <a:latin typeface="Avenir" panose="02000503020000020003" pitchFamily="2" charset="0"/>
                <a:ea typeface="Batang" panose="02030600000101010101" pitchFamily="18" charset="-127"/>
                <a:cs typeface="+mj-cs"/>
              </a:rPr>
              <a:t>: </a:t>
            </a:r>
            <a:r>
              <a:rPr lang="en-IN" sz="2000" dirty="0" err="1">
                <a:latin typeface="Avenir" panose="02000503020000020003" pitchFamily="2" charset="0"/>
                <a:ea typeface="Batang" panose="02030600000101010101" pitchFamily="18" charset="-127"/>
                <a:cs typeface="+mj-cs"/>
              </a:rPr>
              <a:t>applicant_id</a:t>
            </a:r>
            <a:r>
              <a:rPr lang="en-IN" sz="2000" dirty="0">
                <a:latin typeface="Avenir" panose="02000503020000020003" pitchFamily="2" charset="0"/>
                <a:ea typeface="Batang" panose="02030600000101010101" pitchFamily="18" charset="-127"/>
                <a:cs typeface="+mj-cs"/>
              </a:rPr>
              <a:t>, </a:t>
            </a:r>
            <a:r>
              <a:rPr lang="en-IN" sz="2000" dirty="0" err="1">
                <a:latin typeface="Avenir" panose="02000503020000020003" pitchFamily="2" charset="0"/>
                <a:ea typeface="Batang" panose="02030600000101010101" pitchFamily="18" charset="-127"/>
                <a:cs typeface="+mj-cs"/>
              </a:rPr>
              <a:t>SortKey</a:t>
            </a:r>
            <a:r>
              <a:rPr lang="en-IN" sz="2000" dirty="0">
                <a:latin typeface="Avenir" panose="02000503020000020003" pitchFamily="2" charset="0"/>
                <a:ea typeface="Batang" panose="02030600000101010101" pitchFamily="18" charset="-127"/>
                <a:cs typeface="+mj-cs"/>
              </a:rPr>
              <a:t>: </a:t>
            </a:r>
            <a:r>
              <a:rPr lang="en-IN" sz="2000" dirty="0" err="1">
                <a:latin typeface="Avenir" panose="02000503020000020003" pitchFamily="2" charset="0"/>
                <a:ea typeface="Batang" panose="02030600000101010101" pitchFamily="18" charset="-127"/>
                <a:cs typeface="+mj-cs"/>
              </a:rPr>
              <a:t>applicant_id</a:t>
            </a:r>
            <a:r>
              <a:rPr lang="en-IN" sz="2000" dirty="0">
                <a:latin typeface="Avenir" panose="02000503020000020003" pitchFamily="2" charset="0"/>
                <a:ea typeface="Batang" panose="02030600000101010101" pitchFamily="18" charset="-127"/>
                <a:cs typeface="+mj-cs"/>
              </a:rPr>
              <a:t>, </a:t>
            </a:r>
            <a:r>
              <a:rPr lang="en-IN" sz="2000" dirty="0" err="1">
                <a:latin typeface="Avenir" panose="02000503020000020003" pitchFamily="2" charset="0"/>
                <a:ea typeface="Batang" panose="02030600000101010101" pitchFamily="18" charset="-127"/>
                <a:cs typeface="+mj-cs"/>
              </a:rPr>
              <a:t>DistStyle</a:t>
            </a:r>
            <a:r>
              <a:rPr lang="en-IN" sz="2000" dirty="0">
                <a:latin typeface="Avenir" panose="02000503020000020003" pitchFamily="2" charset="0"/>
                <a:ea typeface="Batang" panose="02030600000101010101" pitchFamily="18" charset="-127"/>
                <a:cs typeface="+mj-cs"/>
              </a:rPr>
              <a:t>: EVEN, </a:t>
            </a:r>
            <a:r>
              <a:rPr lang="en-IN" sz="2000" dirty="0" err="1">
                <a:latin typeface="Avenir" panose="02000503020000020003" pitchFamily="2" charset="0"/>
                <a:ea typeface="Batang" panose="02030600000101010101" pitchFamily="18" charset="-127"/>
                <a:cs typeface="+mj-cs"/>
              </a:rPr>
              <a:t>PrimaryKey</a:t>
            </a:r>
            <a:r>
              <a:rPr lang="en-IN" sz="2000" dirty="0">
                <a:latin typeface="Avenir" panose="02000503020000020003" pitchFamily="2" charset="0"/>
                <a:ea typeface="Batang" panose="02030600000101010101" pitchFamily="18" charset="-127"/>
                <a:cs typeface="+mj-cs"/>
              </a:rPr>
              <a:t>: </a:t>
            </a:r>
            <a:r>
              <a:rPr lang="en-IN" sz="2000" dirty="0" err="1">
                <a:latin typeface="Avenir" panose="02000503020000020003" pitchFamily="2" charset="0"/>
                <a:ea typeface="Batang" panose="02030600000101010101" pitchFamily="18" charset="-127"/>
                <a:cs typeface="+mj-cs"/>
              </a:rPr>
              <a:t>applicant_id</a:t>
            </a:r>
            <a:r>
              <a:rPr lang="en-IN" sz="2000" dirty="0">
                <a:latin typeface="Avenir" panose="02000503020000020003" pitchFamily="2" charset="0"/>
                <a:ea typeface="Batang" panose="02030600000101010101" pitchFamily="18" charset="-127"/>
                <a:cs typeface="+mj-cs"/>
              </a:rPr>
              <a:t>, </a:t>
            </a:r>
            <a:r>
              <a:rPr lang="en-IN" sz="2000" dirty="0" err="1">
                <a:latin typeface="Avenir" panose="02000503020000020003" pitchFamily="2" charset="0"/>
                <a:ea typeface="Batang" panose="02030600000101010101" pitchFamily="18" charset="-127"/>
                <a:cs typeface="+mj-cs"/>
              </a:rPr>
              <a:t>ForeignKey</a:t>
            </a:r>
            <a:r>
              <a:rPr lang="en-IN" sz="2000" dirty="0">
                <a:latin typeface="Avenir" panose="02000503020000020003" pitchFamily="2" charset="0"/>
                <a:ea typeface="Batang" panose="02030600000101010101" pitchFamily="18" charset="-127"/>
                <a:cs typeface="+mj-cs"/>
              </a:rPr>
              <a:t>: </a:t>
            </a:r>
            <a:r>
              <a:rPr lang="en-IN" sz="2000" dirty="0" err="1">
                <a:latin typeface="Avenir" panose="02000503020000020003" pitchFamily="2" charset="0"/>
                <a:ea typeface="Batang" panose="02030600000101010101" pitchFamily="18" charset="-127"/>
                <a:cs typeface="+mj-cs"/>
              </a:rPr>
              <a:t>institute_id</a:t>
            </a:r>
            <a:endParaRPr lang="en-IN" sz="2000" dirty="0">
              <a:latin typeface="Avenir" panose="02000503020000020003" pitchFamily="2" charset="0"/>
              <a:ea typeface="Batang" panose="02030600000101010101" pitchFamily="18" charset="-127"/>
              <a:cs typeface="+mj-cs"/>
            </a:endParaRP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sz="2000" dirty="0">
                <a:latin typeface="Avenir" panose="02000503020000020003" pitchFamily="2" charset="0"/>
                <a:ea typeface="Batang" panose="02030600000101010101" pitchFamily="18" charset="-127"/>
                <a:cs typeface="+mj-cs"/>
              </a:rPr>
              <a:t>Institute Table - </a:t>
            </a:r>
            <a:r>
              <a:rPr lang="en-US" sz="2000" dirty="0" err="1">
                <a:latin typeface="Avenir" panose="02000503020000020003" pitchFamily="2" charset="0"/>
                <a:ea typeface="Batang" panose="02030600000101010101" pitchFamily="18" charset="-127"/>
                <a:cs typeface="+mj-cs"/>
              </a:rPr>
              <a:t>DistKey</a:t>
            </a:r>
            <a:r>
              <a:rPr lang="en-US" sz="2000" dirty="0">
                <a:latin typeface="Avenir" panose="02000503020000020003" pitchFamily="2" charset="0"/>
                <a:ea typeface="Batang" panose="02030600000101010101" pitchFamily="18" charset="-127"/>
                <a:cs typeface="+mj-cs"/>
              </a:rPr>
              <a:t>: </a:t>
            </a:r>
            <a:r>
              <a:rPr lang="en-IN" sz="2000" dirty="0" err="1">
                <a:latin typeface="Avenir" panose="02000503020000020003" pitchFamily="2" charset="0"/>
                <a:ea typeface="Batang" panose="02030600000101010101" pitchFamily="18" charset="-127"/>
                <a:cs typeface="+mj-cs"/>
              </a:rPr>
              <a:t>institute_id</a:t>
            </a:r>
            <a:r>
              <a:rPr lang="en-IN" sz="2000" dirty="0">
                <a:latin typeface="Avenir" panose="02000503020000020003" pitchFamily="2" charset="0"/>
                <a:ea typeface="Batang" panose="02030600000101010101" pitchFamily="18" charset="-127"/>
                <a:cs typeface="+mj-cs"/>
              </a:rPr>
              <a:t>, </a:t>
            </a:r>
            <a:r>
              <a:rPr lang="en-IN" sz="2000" dirty="0" err="1">
                <a:latin typeface="Avenir" panose="02000503020000020003" pitchFamily="2" charset="0"/>
                <a:ea typeface="Batang" panose="02030600000101010101" pitchFamily="18" charset="-127"/>
                <a:cs typeface="+mj-cs"/>
              </a:rPr>
              <a:t>SortKey</a:t>
            </a:r>
            <a:r>
              <a:rPr lang="en-IN" sz="2000" dirty="0">
                <a:latin typeface="Avenir" panose="02000503020000020003" pitchFamily="2" charset="0"/>
                <a:ea typeface="Batang" panose="02030600000101010101" pitchFamily="18" charset="-127"/>
                <a:cs typeface="+mj-cs"/>
              </a:rPr>
              <a:t>: </a:t>
            </a:r>
            <a:r>
              <a:rPr lang="en-IN" sz="2000" dirty="0" err="1">
                <a:latin typeface="Avenir" panose="02000503020000020003" pitchFamily="2" charset="0"/>
                <a:ea typeface="Batang" panose="02030600000101010101" pitchFamily="18" charset="-127"/>
                <a:cs typeface="+mj-cs"/>
              </a:rPr>
              <a:t>institute_id</a:t>
            </a:r>
            <a:r>
              <a:rPr lang="en-IN" sz="2000" dirty="0">
                <a:latin typeface="Avenir" panose="02000503020000020003" pitchFamily="2" charset="0"/>
                <a:ea typeface="Batang" panose="02030600000101010101" pitchFamily="18" charset="-127"/>
                <a:cs typeface="+mj-cs"/>
              </a:rPr>
              <a:t>, </a:t>
            </a:r>
            <a:r>
              <a:rPr lang="en-IN" sz="2000" dirty="0" err="1">
                <a:latin typeface="Avenir" panose="02000503020000020003" pitchFamily="2" charset="0"/>
                <a:ea typeface="Batang" panose="02030600000101010101" pitchFamily="18" charset="-127"/>
                <a:cs typeface="+mj-cs"/>
              </a:rPr>
              <a:t>DistStyle</a:t>
            </a:r>
            <a:r>
              <a:rPr lang="en-IN" sz="2000" dirty="0">
                <a:latin typeface="Avenir" panose="02000503020000020003" pitchFamily="2" charset="0"/>
                <a:ea typeface="Batang" panose="02030600000101010101" pitchFamily="18" charset="-127"/>
                <a:cs typeface="+mj-cs"/>
              </a:rPr>
              <a:t>: KEY, </a:t>
            </a:r>
            <a:r>
              <a:rPr lang="en-IN" sz="2000" dirty="0" err="1">
                <a:latin typeface="Avenir" panose="02000503020000020003" pitchFamily="2" charset="0"/>
                <a:ea typeface="Batang" panose="02030600000101010101" pitchFamily="18" charset="-127"/>
                <a:cs typeface="+mj-cs"/>
              </a:rPr>
              <a:t>PrimaryKey</a:t>
            </a:r>
            <a:r>
              <a:rPr lang="en-IN" sz="2000" dirty="0">
                <a:latin typeface="Avenir" panose="02000503020000020003" pitchFamily="2" charset="0"/>
                <a:ea typeface="Batang" panose="02030600000101010101" pitchFamily="18" charset="-127"/>
                <a:cs typeface="+mj-cs"/>
              </a:rPr>
              <a:t>: </a:t>
            </a:r>
            <a:r>
              <a:rPr lang="en-IN" sz="2000" dirty="0" err="1">
                <a:latin typeface="Avenir" panose="02000503020000020003" pitchFamily="2" charset="0"/>
                <a:ea typeface="Batang" panose="02030600000101010101" pitchFamily="18" charset="-127"/>
                <a:cs typeface="+mj-cs"/>
              </a:rPr>
              <a:t>institute_id</a:t>
            </a:r>
            <a:endParaRPr lang="en-US" sz="2000" dirty="0">
              <a:latin typeface="Avenir" panose="02000503020000020003" pitchFamily="2" charset="0"/>
              <a:ea typeface="Batang" panose="02030600000101010101" pitchFamily="18" charset="-127"/>
              <a:cs typeface="+mj-cs"/>
            </a:endParaRP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Avenir" panose="02000503020000020003" pitchFamily="2" charset="0"/>
                <a:ea typeface="Batang" panose="02030600000101010101" pitchFamily="18" charset="-127"/>
                <a:cs typeface="+mj-cs"/>
              </a:rPr>
              <a:t>Load each applicant file 4 times into the Applicant table. Put all files in one and then load again. Is there any difference in execution time.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Avenir" panose="02000503020000020003" pitchFamily="2" charset="0"/>
                <a:ea typeface="Batang" panose="02030600000101010101" pitchFamily="18" charset="-127"/>
                <a:cs typeface="+mj-cs"/>
              </a:rPr>
              <a:t>Check the following: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Avenir" panose="02000503020000020003" pitchFamily="2" charset="0"/>
                <a:ea typeface="Batang" panose="02030600000101010101" pitchFamily="18" charset="-127"/>
                <a:cs typeface="+mj-cs"/>
              </a:rPr>
              <a:t>What is the size of individual tables.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Avenir" panose="02000503020000020003" pitchFamily="2" charset="0"/>
                <a:ea typeface="Batang" panose="02030600000101010101" pitchFamily="18" charset="-127"/>
                <a:cs typeface="+mj-cs"/>
              </a:rPr>
              <a:t>What is the slice distribution per node. How many blocks are there per slice.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Avenir" panose="02000503020000020003" pitchFamily="2" charset="0"/>
                <a:ea typeface="Batang" panose="02030600000101010101" pitchFamily="18" charset="-127"/>
                <a:cs typeface="+mj-cs"/>
              </a:rPr>
              <a:t>Find DISTKEY, SORTKEY and DISTSTYLE of each table.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Avenir" panose="02000503020000020003" pitchFamily="2" charset="0"/>
                <a:ea typeface="Batang" panose="02030600000101010101" pitchFamily="18" charset="-127"/>
                <a:cs typeface="+mj-cs"/>
              </a:rPr>
              <a:t>Find if column encodings have been applied in the tables.</a:t>
            </a:r>
          </a:p>
        </p:txBody>
      </p:sp>
    </p:spTree>
    <p:extLst>
      <p:ext uri="{BB962C8B-B14F-4D97-AF65-F5344CB8AC3E}">
        <p14:creationId xmlns:p14="http://schemas.microsoft.com/office/powerpoint/2010/main" val="30652378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2F3A16-C35F-1396-20AF-6EE9FE9EE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8404654-9B57-3BBA-718F-DD6F844D0C91}"/>
              </a:ext>
            </a:extLst>
          </p:cNvPr>
          <p:cNvSpPr txBox="1">
            <a:spLocks/>
          </p:cNvSpPr>
          <p:nvPr/>
        </p:nvSpPr>
        <p:spPr>
          <a:xfrm>
            <a:off x="736521" y="297058"/>
            <a:ext cx="11160915" cy="127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b="0" i="0" kern="1200" cap="none" spc="0" baseline="0">
                <a:solidFill>
                  <a:schemeClr val="accent3">
                    <a:lumMod val="75000"/>
                  </a:schemeClr>
                </a:solidFill>
                <a:latin typeface="Avenir" panose="02000503020000020003" pitchFamily="2" charset="0"/>
                <a:ea typeface="Batang" panose="02030600000101010101" pitchFamily="18" charset="-127"/>
                <a:cs typeface="+mj-cs"/>
              </a:defRPr>
            </a:lvl1pPr>
          </a:lstStyle>
          <a:p>
            <a:r>
              <a:rPr lang="en-US" b="1" dirty="0"/>
              <a:t>Administration - observation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AA82AF-240B-33EF-2FB4-47388A38F782}"/>
              </a:ext>
            </a:extLst>
          </p:cNvPr>
          <p:cNvSpPr txBox="1">
            <a:spLocks/>
          </p:cNvSpPr>
          <p:nvPr/>
        </p:nvSpPr>
        <p:spPr>
          <a:xfrm>
            <a:off x="739537" y="6388590"/>
            <a:ext cx="540623" cy="5181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Avenir" panose="02000503020000020003" pitchFamily="2" charset="0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1766878-3199-4EAB-94E7-2D6D11070E14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CD4C6142-8B82-31D7-EEEC-C06D6374835B}"/>
              </a:ext>
            </a:extLst>
          </p:cNvPr>
          <p:cNvSpPr txBox="1">
            <a:spLocks/>
          </p:cNvSpPr>
          <p:nvPr/>
        </p:nvSpPr>
        <p:spPr>
          <a:xfrm>
            <a:off x="5097109" y="6388590"/>
            <a:ext cx="2439742" cy="540629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Avenir" panose="02000503020000020003" pitchFamily="2" charset="0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/>
              <a:t>www.3aayaam.in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532D6A-8D60-BD2D-620B-DF8D0E7AA7A3}"/>
              </a:ext>
            </a:extLst>
          </p:cNvPr>
          <p:cNvSpPr txBox="1"/>
          <p:nvPr/>
        </p:nvSpPr>
        <p:spPr>
          <a:xfrm>
            <a:off x="898180" y="1293884"/>
            <a:ext cx="10837595" cy="4985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Avenir" panose="02000503020000020003" pitchFamily="2" charset="0"/>
                <a:ea typeface="Batang" panose="02030600000101010101" pitchFamily="18" charset="-127"/>
                <a:cs typeface="+mj-cs"/>
              </a:rPr>
              <a:t>You realize after a few weeks that most of the queries have the following patterns (priority is given along with the statements):</a:t>
            </a: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Avenir" panose="02000503020000020003" pitchFamily="2" charset="0"/>
                <a:ea typeface="Batang" panose="02030600000101010101" pitchFamily="18" charset="-127"/>
                <a:cs typeface="+mj-cs"/>
              </a:rPr>
              <a:t>Find all applicants that have been placed in individual institutes. P1</a:t>
            </a: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Avenir" panose="02000503020000020003" pitchFamily="2" charset="0"/>
                <a:ea typeface="Batang" panose="02030600000101010101" pitchFamily="18" charset="-127"/>
                <a:cs typeface="+mj-cs"/>
              </a:rPr>
              <a:t>Find information about individual applicants/students. P1</a:t>
            </a: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Avenir" panose="02000503020000020003" pitchFamily="2" charset="0"/>
                <a:ea typeface="Batang" panose="02030600000101010101" pitchFamily="18" charset="-127"/>
                <a:cs typeface="+mj-cs"/>
              </a:rPr>
              <a:t>No. of students per institute. P2</a:t>
            </a: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Avenir" panose="02000503020000020003" pitchFamily="2" charset="0"/>
                <a:ea typeface="Batang" panose="02030600000101010101" pitchFamily="18" charset="-127"/>
                <a:cs typeface="+mj-cs"/>
              </a:rPr>
              <a:t>Details of an institute, which are queried by students/applicants. P2</a:t>
            </a: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Avenir" panose="02000503020000020003" pitchFamily="2" charset="0"/>
                <a:ea typeface="Batang" panose="02030600000101010101" pitchFamily="18" charset="-127"/>
                <a:cs typeface="+mj-cs"/>
              </a:rPr>
              <a:t>All students that have been declined from an institute. P3</a:t>
            </a: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Avenir" panose="02000503020000020003" pitchFamily="2" charset="0"/>
                <a:ea typeface="Batang" panose="02030600000101010101" pitchFamily="18" charset="-127"/>
                <a:cs typeface="+mj-cs"/>
              </a:rPr>
              <a:t>Age, country and qualification score of individual applicants. P4</a:t>
            </a: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Avenir" panose="02000503020000020003" pitchFamily="2" charset="0"/>
                <a:ea typeface="Batang" panose="02030600000101010101" pitchFamily="18" charset="-127"/>
                <a:cs typeface="+mj-cs"/>
              </a:rPr>
              <a:t>Reputation of an institute along with its score cut off. P5</a:t>
            </a: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Avenir" panose="02000503020000020003" pitchFamily="2" charset="0"/>
                <a:ea typeface="Batang" panose="02030600000101010101" pitchFamily="18" charset="-127"/>
                <a:cs typeface="+mj-cs"/>
              </a:rPr>
              <a:t>All applicants with interview score more than certain percentage. P5</a:t>
            </a: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Avenir" panose="02000503020000020003" pitchFamily="2" charset="0"/>
                <a:ea typeface="Batang" panose="02030600000101010101" pitchFamily="18" charset="-127"/>
                <a:cs typeface="+mj-cs"/>
              </a:rPr>
              <a:t>Which institutes have the highest decline percentage. P5</a:t>
            </a:r>
          </a:p>
        </p:txBody>
      </p:sp>
    </p:spTree>
    <p:extLst>
      <p:ext uri="{BB962C8B-B14F-4D97-AF65-F5344CB8AC3E}">
        <p14:creationId xmlns:p14="http://schemas.microsoft.com/office/powerpoint/2010/main" val="23759505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5AE7FC-8568-A989-3658-A6BCFB510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2C37890-C23A-9E3C-5F70-0315660C09B8}"/>
              </a:ext>
            </a:extLst>
          </p:cNvPr>
          <p:cNvSpPr txBox="1">
            <a:spLocks/>
          </p:cNvSpPr>
          <p:nvPr/>
        </p:nvSpPr>
        <p:spPr>
          <a:xfrm>
            <a:off x="739537" y="457200"/>
            <a:ext cx="10614263" cy="127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b="0" i="0" kern="1200" cap="none" spc="0" baseline="0">
                <a:solidFill>
                  <a:schemeClr val="accent3">
                    <a:lumMod val="75000"/>
                  </a:schemeClr>
                </a:solidFill>
                <a:latin typeface="Avenir" panose="02000503020000020003" pitchFamily="2" charset="0"/>
                <a:ea typeface="Batang" panose="02030600000101010101" pitchFamily="18" charset="-127"/>
                <a:cs typeface="+mj-cs"/>
              </a:defRPr>
            </a:lvl1pPr>
          </a:lstStyle>
          <a:p>
            <a:r>
              <a:rPr lang="en-US" b="1" dirty="0"/>
              <a:t>Administration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B92E5D-5215-24EB-0C0F-1C1AA83060F6}"/>
              </a:ext>
            </a:extLst>
          </p:cNvPr>
          <p:cNvSpPr txBox="1">
            <a:spLocks/>
          </p:cNvSpPr>
          <p:nvPr/>
        </p:nvSpPr>
        <p:spPr>
          <a:xfrm>
            <a:off x="739537" y="6388590"/>
            <a:ext cx="540623" cy="5181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Avenir" panose="02000503020000020003" pitchFamily="2" charset="0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1766878-3199-4EAB-94E7-2D6D11070E14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94A634BE-5918-D4F6-88E7-725EE15CB66C}"/>
              </a:ext>
            </a:extLst>
          </p:cNvPr>
          <p:cNvSpPr txBox="1">
            <a:spLocks/>
          </p:cNvSpPr>
          <p:nvPr/>
        </p:nvSpPr>
        <p:spPr>
          <a:xfrm>
            <a:off x="5097109" y="6388590"/>
            <a:ext cx="2439742" cy="540629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Avenir" panose="02000503020000020003" pitchFamily="2" charset="0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/>
              <a:t>www.3aayaam.in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433CB9-078F-430E-EB05-7D9854C1F643}"/>
              </a:ext>
            </a:extLst>
          </p:cNvPr>
          <p:cNvSpPr txBox="1"/>
          <p:nvPr/>
        </p:nvSpPr>
        <p:spPr>
          <a:xfrm>
            <a:off x="898182" y="1628507"/>
            <a:ext cx="10837595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latin typeface="Avenir" panose="02000503020000020003" pitchFamily="2" charset="0"/>
                <a:ea typeface="Batang" panose="02030600000101010101" pitchFamily="18" charset="-127"/>
                <a:cs typeface="+mj-cs"/>
              </a:rPr>
              <a:t>Based on the query patterns in the previous slide, please do the following, if applicable: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Avenir" panose="02000503020000020003" pitchFamily="2" charset="0"/>
                <a:ea typeface="Batang" panose="02030600000101010101" pitchFamily="18" charset="-127"/>
                <a:cs typeface="+mj-cs"/>
              </a:rPr>
              <a:t>Should </a:t>
            </a:r>
            <a:r>
              <a:rPr lang="en-US" sz="2000" dirty="0" err="1">
                <a:latin typeface="Avenir" panose="02000503020000020003" pitchFamily="2" charset="0"/>
                <a:ea typeface="Batang" panose="02030600000101010101" pitchFamily="18" charset="-127"/>
                <a:cs typeface="+mj-cs"/>
              </a:rPr>
              <a:t>DistKey</a:t>
            </a:r>
            <a:r>
              <a:rPr lang="en-US" sz="2000" dirty="0">
                <a:latin typeface="Avenir" panose="02000503020000020003" pitchFamily="2" charset="0"/>
                <a:ea typeface="Batang" panose="02030600000101010101" pitchFamily="18" charset="-127"/>
                <a:cs typeface="+mj-cs"/>
              </a:rPr>
              <a:t> and </a:t>
            </a:r>
            <a:r>
              <a:rPr lang="en-US" sz="2000" dirty="0" err="1">
                <a:latin typeface="Avenir" panose="02000503020000020003" pitchFamily="2" charset="0"/>
                <a:ea typeface="Batang" panose="02030600000101010101" pitchFamily="18" charset="-127"/>
                <a:cs typeface="+mj-cs"/>
              </a:rPr>
              <a:t>SortKey</a:t>
            </a:r>
            <a:r>
              <a:rPr lang="en-US" sz="2000" dirty="0">
                <a:latin typeface="Avenir" panose="02000503020000020003" pitchFamily="2" charset="0"/>
                <a:ea typeface="Batang" panose="02030600000101010101" pitchFamily="18" charset="-127"/>
                <a:cs typeface="+mj-cs"/>
              </a:rPr>
              <a:t> should be same for both the tables. If not then modify them.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Avenir" panose="02000503020000020003" pitchFamily="2" charset="0"/>
                <a:ea typeface="Batang" panose="02030600000101010101" pitchFamily="18" charset="-127"/>
                <a:cs typeface="+mj-cs"/>
              </a:rPr>
              <a:t>What should be the primary key. Modify if necessary.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Avenir" panose="02000503020000020003" pitchFamily="2" charset="0"/>
                <a:ea typeface="Batang" panose="02030600000101010101" pitchFamily="18" charset="-127"/>
                <a:cs typeface="+mj-cs"/>
              </a:rPr>
              <a:t>Can interleaved sort key be leveraged in any of the cases.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latin typeface="Avenir" panose="02000503020000020003" pitchFamily="2" charset="0"/>
                <a:ea typeface="Batang" panose="02030600000101010101" pitchFamily="18" charset="-127"/>
                <a:cs typeface="+mj-cs"/>
              </a:rPr>
              <a:t>Please check if there are duplicate rows. If yes, delete or remove all duplicate rows in applicant table.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latin typeface="Avenir" panose="02000503020000020003" pitchFamily="2" charset="0"/>
                <a:ea typeface="Batang" panose="02030600000101010101" pitchFamily="18" charset="-127"/>
                <a:cs typeface="+mj-cs"/>
              </a:rPr>
              <a:t>Check the size of the table before and after removing duplicate rows. Fix it if necessary.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latin typeface="Avenir" panose="02000503020000020003" pitchFamily="2" charset="0"/>
                <a:ea typeface="Batang" panose="02030600000101010101" pitchFamily="18" charset="-127"/>
                <a:cs typeface="+mj-cs"/>
              </a:rPr>
              <a:t>Pls check how many times the tables were loaded. Were there any errors.</a:t>
            </a:r>
          </a:p>
        </p:txBody>
      </p:sp>
    </p:spTree>
    <p:extLst>
      <p:ext uri="{BB962C8B-B14F-4D97-AF65-F5344CB8AC3E}">
        <p14:creationId xmlns:p14="http://schemas.microsoft.com/office/powerpoint/2010/main" val="35851934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8F745D-C1AE-622A-FB9B-A682D9E257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9AC7B1E-FDE8-F74D-26B1-60284D63AB40}"/>
              </a:ext>
            </a:extLst>
          </p:cNvPr>
          <p:cNvSpPr txBox="1">
            <a:spLocks/>
          </p:cNvSpPr>
          <p:nvPr/>
        </p:nvSpPr>
        <p:spPr>
          <a:xfrm>
            <a:off x="739537" y="457200"/>
            <a:ext cx="10614263" cy="127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b="0" i="0" kern="1200" cap="none" spc="0" baseline="0">
                <a:solidFill>
                  <a:schemeClr val="accent3">
                    <a:lumMod val="75000"/>
                  </a:schemeClr>
                </a:solidFill>
                <a:latin typeface="Avenir" panose="02000503020000020003" pitchFamily="2" charset="0"/>
                <a:ea typeface="Batang" panose="02030600000101010101" pitchFamily="18" charset="-127"/>
                <a:cs typeface="+mj-cs"/>
              </a:defRPr>
            </a:lvl1pPr>
          </a:lstStyle>
          <a:p>
            <a:r>
              <a:rPr lang="en-US" b="1" dirty="0"/>
              <a:t>Administration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5E0C2C-2991-9DE3-0F25-244863C94458}"/>
              </a:ext>
            </a:extLst>
          </p:cNvPr>
          <p:cNvSpPr txBox="1">
            <a:spLocks/>
          </p:cNvSpPr>
          <p:nvPr/>
        </p:nvSpPr>
        <p:spPr>
          <a:xfrm>
            <a:off x="739537" y="6388590"/>
            <a:ext cx="540623" cy="5181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Avenir" panose="02000503020000020003" pitchFamily="2" charset="0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1766878-3199-4EAB-94E7-2D6D11070E14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DED45699-3F0A-8A12-8104-CC708B76F084}"/>
              </a:ext>
            </a:extLst>
          </p:cNvPr>
          <p:cNvSpPr txBox="1">
            <a:spLocks/>
          </p:cNvSpPr>
          <p:nvPr/>
        </p:nvSpPr>
        <p:spPr>
          <a:xfrm>
            <a:off x="5097109" y="6388590"/>
            <a:ext cx="2439742" cy="540629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Avenir" panose="02000503020000020003" pitchFamily="2" charset="0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/>
              <a:t>www.3aayaam.in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3F7387-BAA5-12DB-A95D-CE3A3E44D4AD}"/>
              </a:ext>
            </a:extLst>
          </p:cNvPr>
          <p:cNvSpPr txBox="1"/>
          <p:nvPr/>
        </p:nvSpPr>
        <p:spPr>
          <a:xfrm>
            <a:off x="898182" y="1628507"/>
            <a:ext cx="10837595" cy="2431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latin typeface="Avenir" panose="02000503020000020003" pitchFamily="2" charset="0"/>
                <a:ea typeface="Batang" panose="02030600000101010101" pitchFamily="18" charset="-127"/>
                <a:cs typeface="+mj-cs"/>
              </a:rPr>
              <a:t>Create Orders table and load using large orders files. Check the status of load every 2 mins.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latin typeface="Avenir" panose="02000503020000020003" pitchFamily="2" charset="0"/>
                <a:ea typeface="Batang" panose="02030600000101010101" pitchFamily="18" charset="-127"/>
                <a:cs typeface="+mj-cs"/>
              </a:rPr>
              <a:t>Split orders files into a total of 20 files and put them in separate S3 locations. Load them using manifest files.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latin typeface="Avenir" panose="02000503020000020003" pitchFamily="2" charset="0"/>
                <a:ea typeface="Batang" panose="02030600000101010101" pitchFamily="18" charset="-127"/>
                <a:cs typeface="+mj-cs"/>
              </a:rPr>
              <a:t>Unload orders that are older than 2 years and delete them from the table. Keep the older records in S3.</a:t>
            </a:r>
          </a:p>
        </p:txBody>
      </p:sp>
    </p:spTree>
    <p:extLst>
      <p:ext uri="{BB962C8B-B14F-4D97-AF65-F5344CB8AC3E}">
        <p14:creationId xmlns:p14="http://schemas.microsoft.com/office/powerpoint/2010/main" val="41515098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991790B-5442-CE48-A9B7-42E7F125A07F}"/>
              </a:ext>
            </a:extLst>
          </p:cNvPr>
          <p:cNvSpPr txBox="1">
            <a:spLocks/>
          </p:cNvSpPr>
          <p:nvPr/>
        </p:nvSpPr>
        <p:spPr>
          <a:xfrm>
            <a:off x="739537" y="457200"/>
            <a:ext cx="10614263" cy="127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b="0" i="0" kern="1200" cap="none" spc="0" baseline="0">
                <a:solidFill>
                  <a:schemeClr val="accent3">
                    <a:lumMod val="75000"/>
                  </a:schemeClr>
                </a:solidFill>
                <a:latin typeface="Avenir" panose="02000503020000020003" pitchFamily="2" charset="0"/>
                <a:ea typeface="Batang" panose="02030600000101010101" pitchFamily="18" charset="-127"/>
                <a:cs typeface="+mj-cs"/>
              </a:defRPr>
            </a:lvl1pPr>
          </a:lstStyle>
          <a:p>
            <a:r>
              <a:rPr lang="en-US" b="1" dirty="0"/>
              <a:t>OLTP to OLAP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2AF94F-6CB3-2748-947E-91382D24F7FB}"/>
              </a:ext>
            </a:extLst>
          </p:cNvPr>
          <p:cNvSpPr txBox="1">
            <a:spLocks/>
          </p:cNvSpPr>
          <p:nvPr/>
        </p:nvSpPr>
        <p:spPr>
          <a:xfrm>
            <a:off x="739537" y="6388590"/>
            <a:ext cx="540623" cy="5181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Avenir" panose="02000503020000020003" pitchFamily="2" charset="0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1766878-3199-4EAB-94E7-2D6D11070E14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325568FC-346A-7F45-8414-478BF801A765}"/>
              </a:ext>
            </a:extLst>
          </p:cNvPr>
          <p:cNvSpPr txBox="1">
            <a:spLocks/>
          </p:cNvSpPr>
          <p:nvPr/>
        </p:nvSpPr>
        <p:spPr>
          <a:xfrm>
            <a:off x="5097109" y="6388590"/>
            <a:ext cx="2439742" cy="540629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Avenir" panose="02000503020000020003" pitchFamily="2" charset="0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/>
              <a:t>www.3aayaam.in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B81FF0-9797-664F-9902-DBFEAE622794}"/>
              </a:ext>
            </a:extLst>
          </p:cNvPr>
          <p:cNvSpPr txBox="1"/>
          <p:nvPr/>
        </p:nvSpPr>
        <p:spPr>
          <a:xfrm>
            <a:off x="1009848" y="1727200"/>
            <a:ext cx="10614263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Avenir" panose="02000503020000020003" pitchFamily="2" charset="0"/>
                <a:ea typeface="Batang" panose="02030600000101010101" pitchFamily="18" charset="-127"/>
                <a:cs typeface="+mj-cs"/>
              </a:rPr>
              <a:t>There’s an OLTP database in Aurora MySQL, where applicant data is loaded on a regular basis. 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Avenir" panose="02000503020000020003" pitchFamily="2" charset="0"/>
                <a:ea typeface="Batang" panose="02030600000101010101" pitchFamily="18" charset="-127"/>
                <a:cs typeface="+mj-cs"/>
              </a:rPr>
              <a:t>Load the applicant files one-by-one every 5 mins. But the records should be automatically be loaded to Redshift from Aurora.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Avenir" panose="02000503020000020003" pitchFamily="2" charset="0"/>
                <a:ea typeface="Batang" panose="02030600000101010101" pitchFamily="18" charset="-127"/>
                <a:cs typeface="+mj-cs"/>
              </a:rPr>
              <a:t>2 options to load data from OLTP to OLAP. Use any one or both.</a:t>
            </a: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Avenir" panose="02000503020000020003" pitchFamily="2" charset="0"/>
                <a:ea typeface="Batang" panose="02030600000101010101" pitchFamily="18" charset="-127"/>
                <a:cs typeface="+mj-cs"/>
              </a:rPr>
              <a:t>Zero ETL</a:t>
            </a: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Avenir" panose="02000503020000020003" pitchFamily="2" charset="0"/>
                <a:ea typeface="Batang" panose="02030600000101010101" pitchFamily="18" charset="-127"/>
                <a:cs typeface="+mj-cs"/>
              </a:rPr>
              <a:t>AWS DMS</a:t>
            </a:r>
          </a:p>
        </p:txBody>
      </p:sp>
    </p:spTree>
    <p:extLst>
      <p:ext uri="{BB962C8B-B14F-4D97-AF65-F5344CB8AC3E}">
        <p14:creationId xmlns:p14="http://schemas.microsoft.com/office/powerpoint/2010/main" val="2349843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991790B-5442-CE48-A9B7-42E7F125A07F}"/>
              </a:ext>
            </a:extLst>
          </p:cNvPr>
          <p:cNvSpPr txBox="1">
            <a:spLocks/>
          </p:cNvSpPr>
          <p:nvPr/>
        </p:nvSpPr>
        <p:spPr>
          <a:xfrm>
            <a:off x="739537" y="457200"/>
            <a:ext cx="10614263" cy="127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b="0" i="0" kern="1200" cap="none" spc="0" baseline="0">
                <a:solidFill>
                  <a:schemeClr val="accent3">
                    <a:lumMod val="75000"/>
                  </a:schemeClr>
                </a:solidFill>
                <a:latin typeface="Avenir" panose="02000503020000020003" pitchFamily="2" charset="0"/>
                <a:ea typeface="Batang" panose="02030600000101010101" pitchFamily="18" charset="-127"/>
                <a:cs typeface="+mj-cs"/>
              </a:defRPr>
            </a:lvl1pPr>
          </a:lstStyle>
          <a:p>
            <a:r>
              <a:rPr lang="en-US" b="1" dirty="0"/>
              <a:t>OLTP to OLAP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2AF94F-6CB3-2748-947E-91382D24F7FB}"/>
              </a:ext>
            </a:extLst>
          </p:cNvPr>
          <p:cNvSpPr txBox="1">
            <a:spLocks/>
          </p:cNvSpPr>
          <p:nvPr/>
        </p:nvSpPr>
        <p:spPr>
          <a:xfrm>
            <a:off x="739537" y="6388590"/>
            <a:ext cx="540623" cy="5181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Avenir" panose="02000503020000020003" pitchFamily="2" charset="0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1766878-3199-4EAB-94E7-2D6D11070E14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325568FC-346A-7F45-8414-478BF801A765}"/>
              </a:ext>
            </a:extLst>
          </p:cNvPr>
          <p:cNvSpPr txBox="1">
            <a:spLocks/>
          </p:cNvSpPr>
          <p:nvPr/>
        </p:nvSpPr>
        <p:spPr>
          <a:xfrm>
            <a:off x="5097109" y="6388590"/>
            <a:ext cx="2439742" cy="540629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Avenir" panose="02000503020000020003" pitchFamily="2" charset="0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/>
              <a:t>www.3aayaam.in</a:t>
            </a:r>
            <a:endParaRPr lang="en-US" dirty="0"/>
          </a:p>
        </p:txBody>
      </p:sp>
      <p:sp>
        <p:nvSpPr>
          <p:cNvPr id="2" name="Can 1">
            <a:extLst>
              <a:ext uri="{FF2B5EF4-FFF2-40B4-BE49-F238E27FC236}">
                <a16:creationId xmlns:a16="http://schemas.microsoft.com/office/drawing/2014/main" id="{15181960-F023-31A3-8B9F-F18F57D964AA}"/>
              </a:ext>
            </a:extLst>
          </p:cNvPr>
          <p:cNvSpPr/>
          <p:nvPr/>
        </p:nvSpPr>
        <p:spPr>
          <a:xfrm>
            <a:off x="3604590" y="2103783"/>
            <a:ext cx="1775792" cy="2650434"/>
          </a:xfrm>
          <a:prstGeom prst="can">
            <a:avLst>
              <a:gd name="adj" fmla="val 44565"/>
            </a:avLst>
          </a:prstGeom>
          <a:solidFill>
            <a:srgbClr val="9EE1C8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venir Book" panose="02000503020000020003" pitchFamily="2" charset="0"/>
              </a:rPr>
              <a:t>OLTP Aurora MySQL Database</a:t>
            </a:r>
          </a:p>
        </p:txBody>
      </p:sp>
      <p:sp>
        <p:nvSpPr>
          <p:cNvPr id="3" name="Can 2">
            <a:extLst>
              <a:ext uri="{FF2B5EF4-FFF2-40B4-BE49-F238E27FC236}">
                <a16:creationId xmlns:a16="http://schemas.microsoft.com/office/drawing/2014/main" id="{9A747E40-E58B-163B-F053-4095F39D0186}"/>
              </a:ext>
            </a:extLst>
          </p:cNvPr>
          <p:cNvSpPr/>
          <p:nvPr/>
        </p:nvSpPr>
        <p:spPr>
          <a:xfrm>
            <a:off x="8315737" y="2103783"/>
            <a:ext cx="2140227" cy="2650434"/>
          </a:xfrm>
          <a:prstGeom prst="can">
            <a:avLst>
              <a:gd name="adj" fmla="val 44565"/>
            </a:avLst>
          </a:prstGeom>
          <a:solidFill>
            <a:srgbClr val="9EE1C8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venir Book" panose="02000503020000020003" pitchFamily="2" charset="0"/>
              </a:rPr>
              <a:t>OLAP Redshift Data Warehouse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B0FF8F8-1E70-5DD6-5686-59829C41E67F}"/>
              </a:ext>
            </a:extLst>
          </p:cNvPr>
          <p:cNvSpPr/>
          <p:nvPr/>
        </p:nvSpPr>
        <p:spPr>
          <a:xfrm>
            <a:off x="1280163" y="1797326"/>
            <a:ext cx="1237753" cy="612913"/>
          </a:xfrm>
          <a:prstGeom prst="rect">
            <a:avLst/>
          </a:prstGeom>
          <a:solidFill>
            <a:srgbClr val="9EE1C8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venir Book" panose="02000503020000020003" pitchFamily="2" charset="0"/>
              </a:rPr>
              <a:t>File 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C086508-2AF2-5EFB-6091-643D0BC945B4}"/>
              </a:ext>
            </a:extLst>
          </p:cNvPr>
          <p:cNvSpPr/>
          <p:nvPr/>
        </p:nvSpPr>
        <p:spPr>
          <a:xfrm>
            <a:off x="1280162" y="2786822"/>
            <a:ext cx="1237753" cy="612913"/>
          </a:xfrm>
          <a:prstGeom prst="rect">
            <a:avLst/>
          </a:prstGeom>
          <a:solidFill>
            <a:srgbClr val="9EE1C8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Avenir Book" panose="02000503020000020003" pitchFamily="2" charset="0"/>
              </a:rPr>
              <a:t>File 2</a:t>
            </a:r>
            <a:endParaRPr lang="en-US" dirty="0">
              <a:solidFill>
                <a:schemeClr val="tx1"/>
              </a:solidFill>
              <a:latin typeface="Avenir Book" panose="02000503020000020003" pitchFamily="2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436413D-3F07-456A-9F69-EFBEC46B5F60}"/>
              </a:ext>
            </a:extLst>
          </p:cNvPr>
          <p:cNvSpPr/>
          <p:nvPr/>
        </p:nvSpPr>
        <p:spPr>
          <a:xfrm>
            <a:off x="1280161" y="3796684"/>
            <a:ext cx="1237753" cy="612913"/>
          </a:xfrm>
          <a:prstGeom prst="rect">
            <a:avLst/>
          </a:prstGeom>
          <a:solidFill>
            <a:srgbClr val="9EE1C8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venir Book" panose="02000503020000020003" pitchFamily="2" charset="0"/>
              </a:rPr>
              <a:t>File 3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B975B08-41FD-010E-BC1C-7AEBFA0DC2A0}"/>
              </a:ext>
            </a:extLst>
          </p:cNvPr>
          <p:cNvSpPr/>
          <p:nvPr/>
        </p:nvSpPr>
        <p:spPr>
          <a:xfrm>
            <a:off x="1280160" y="4765814"/>
            <a:ext cx="1237753" cy="612913"/>
          </a:xfrm>
          <a:prstGeom prst="rect">
            <a:avLst/>
          </a:prstGeom>
          <a:solidFill>
            <a:srgbClr val="9EE1C8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Avenir Book" panose="02000503020000020003" pitchFamily="2" charset="0"/>
              </a:rPr>
              <a:t>File 4</a:t>
            </a:r>
            <a:endParaRPr lang="en-US" dirty="0">
              <a:solidFill>
                <a:schemeClr val="tx1"/>
              </a:solidFill>
              <a:latin typeface="Avenir Book" panose="02000503020000020003" pitchFamily="2" charset="0"/>
            </a:endParaRPr>
          </a:p>
        </p:txBody>
      </p:sp>
      <p:cxnSp>
        <p:nvCxnSpPr>
          <p:cNvPr id="13" name="Elbow Connector 12">
            <a:extLst>
              <a:ext uri="{FF2B5EF4-FFF2-40B4-BE49-F238E27FC236}">
                <a16:creationId xmlns:a16="http://schemas.microsoft.com/office/drawing/2014/main" id="{28FBAED7-5A03-AC22-B538-69A3D979F48B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2517916" y="2103783"/>
            <a:ext cx="1086674" cy="517875"/>
          </a:xfrm>
          <a:prstGeom prst="bentConnector3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Elbow Connector 14">
            <a:extLst>
              <a:ext uri="{FF2B5EF4-FFF2-40B4-BE49-F238E27FC236}">
                <a16:creationId xmlns:a16="http://schemas.microsoft.com/office/drawing/2014/main" id="{AE5B3CC8-17D4-8397-5715-BA7DCF9C0AA3}"/>
              </a:ext>
            </a:extLst>
          </p:cNvPr>
          <p:cNvCxnSpPr>
            <a:cxnSpLocks/>
            <a:stCxn id="11" idx="3"/>
          </p:cNvCxnSpPr>
          <p:nvPr/>
        </p:nvCxnSpPr>
        <p:spPr>
          <a:xfrm flipV="1">
            <a:off x="2517913" y="4236343"/>
            <a:ext cx="1086674" cy="835928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9782057-E132-F02A-65B1-C4E0B6BB6524}"/>
              </a:ext>
            </a:extLst>
          </p:cNvPr>
          <p:cNvCxnSpPr>
            <a:cxnSpLocks/>
            <a:stCxn id="9" idx="3"/>
          </p:cNvCxnSpPr>
          <p:nvPr/>
        </p:nvCxnSpPr>
        <p:spPr>
          <a:xfrm flipV="1">
            <a:off x="2517915" y="3086344"/>
            <a:ext cx="1086672" cy="693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07D6111-1390-A48D-4064-3FE26BB85F23}"/>
              </a:ext>
            </a:extLst>
          </p:cNvPr>
          <p:cNvCxnSpPr>
            <a:cxnSpLocks/>
          </p:cNvCxnSpPr>
          <p:nvPr/>
        </p:nvCxnSpPr>
        <p:spPr>
          <a:xfrm flipV="1">
            <a:off x="2517913" y="4047492"/>
            <a:ext cx="1086672" cy="693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1D01BCF-227C-FF0F-1D16-2B0BCCC3F5BB}"/>
              </a:ext>
            </a:extLst>
          </p:cNvPr>
          <p:cNvCxnSpPr>
            <a:cxnSpLocks/>
            <a:stCxn id="2" idx="4"/>
            <a:endCxn id="3" idx="2"/>
          </p:cNvCxnSpPr>
          <p:nvPr/>
        </p:nvCxnSpPr>
        <p:spPr>
          <a:xfrm>
            <a:off x="5380382" y="3429000"/>
            <a:ext cx="2935355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4BFF09EE-7025-441E-48D8-C45A0A7F88AC}"/>
              </a:ext>
            </a:extLst>
          </p:cNvPr>
          <p:cNvSpPr/>
          <p:nvPr/>
        </p:nvSpPr>
        <p:spPr>
          <a:xfrm>
            <a:off x="6192743" y="2633593"/>
            <a:ext cx="1237753" cy="612913"/>
          </a:xfrm>
          <a:prstGeom prst="rect">
            <a:avLst/>
          </a:prstGeom>
          <a:solidFill>
            <a:srgbClr val="9EE1C8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venir Book" panose="02000503020000020003" pitchFamily="2" charset="0"/>
              </a:rPr>
              <a:t>DMS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A77005E-23A1-6C15-DA28-CCEC9574E936}"/>
              </a:ext>
            </a:extLst>
          </p:cNvPr>
          <p:cNvSpPr/>
          <p:nvPr/>
        </p:nvSpPr>
        <p:spPr>
          <a:xfrm>
            <a:off x="6192742" y="3623430"/>
            <a:ext cx="1237753" cy="612913"/>
          </a:xfrm>
          <a:prstGeom prst="rect">
            <a:avLst/>
          </a:prstGeom>
          <a:solidFill>
            <a:srgbClr val="9EE1C8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venir Book" panose="02000503020000020003" pitchFamily="2" charset="0"/>
              </a:rPr>
              <a:t>Zero-ETL</a:t>
            </a:r>
          </a:p>
        </p:txBody>
      </p:sp>
    </p:spTree>
    <p:extLst>
      <p:ext uri="{BB962C8B-B14F-4D97-AF65-F5344CB8AC3E}">
        <p14:creationId xmlns:p14="http://schemas.microsoft.com/office/powerpoint/2010/main" val="5995025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8FC0993-D63D-D082-7FC2-92652B7789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54960" y="1278835"/>
            <a:ext cx="6482080" cy="3891280"/>
          </a:xfrm>
        </p:spPr>
        <p:txBody>
          <a:bodyPr anchor="ctr"/>
          <a:lstStyle/>
          <a:p>
            <a:pPr algn="ctr"/>
            <a:r>
              <a:rPr lang="en-US" sz="6600" b="1" dirty="0">
                <a:latin typeface="Avenir" panose="02000503020000020003" pitchFamily="2" charset="0"/>
              </a:rPr>
              <a:t>Thank you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FC997839-F955-8ED7-6CE7-0718472C51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54960" y="3997954"/>
            <a:ext cx="6482079" cy="1996696"/>
          </a:xfrm>
        </p:spPr>
        <p:txBody>
          <a:bodyPr anchor="ctr"/>
          <a:lstStyle/>
          <a:p>
            <a:pPr algn="ctr"/>
            <a:r>
              <a:rPr lang="en-US" dirty="0">
                <a:latin typeface="Avenir" panose="02000503020000020003" pitchFamily="2" charset="0"/>
              </a:rPr>
              <a:t>www.3aayaam.in</a:t>
            </a:r>
          </a:p>
        </p:txBody>
      </p:sp>
    </p:spTree>
    <p:extLst>
      <p:ext uri="{BB962C8B-B14F-4D97-AF65-F5344CB8AC3E}">
        <p14:creationId xmlns:p14="http://schemas.microsoft.com/office/powerpoint/2010/main" val="570781715"/>
      </p:ext>
    </p:extLst>
  </p:cSld>
  <p:clrMapOvr>
    <a:masterClrMapping/>
  </p:clrMapOvr>
</p:sld>
</file>

<file path=ppt/theme/theme1.xml><?xml version="1.0" encoding="utf-8"?>
<a:theme xmlns:a="http://schemas.openxmlformats.org/drawingml/2006/main" name="Badge">
  <a:themeElements>
    <a:clrScheme name="Brand Strategy">
      <a:dk1>
        <a:srgbClr val="000000"/>
      </a:dk1>
      <a:lt1>
        <a:srgbClr val="FFFFFF"/>
      </a:lt1>
      <a:dk2>
        <a:srgbClr val="605E5D"/>
      </a:dk2>
      <a:lt2>
        <a:srgbClr val="F3F3F2"/>
      </a:lt2>
      <a:accent1>
        <a:srgbClr val="E1D5BD"/>
      </a:accent1>
      <a:accent2>
        <a:srgbClr val="F19E17"/>
      </a:accent2>
      <a:accent3>
        <a:srgbClr val="054E9D"/>
      </a:accent3>
      <a:accent4>
        <a:srgbClr val="E43728"/>
      </a:accent4>
      <a:accent5>
        <a:srgbClr val="037A40"/>
      </a:accent5>
      <a:accent6>
        <a:srgbClr val="B7894E"/>
      </a:accent6>
      <a:hlink>
        <a:srgbClr val="46B2B5"/>
      </a:hlink>
      <a:folHlink>
        <a:srgbClr val="A46694"/>
      </a:folHlink>
    </a:clrScheme>
    <a:fontScheme name="Custom 114">
      <a:majorFont>
        <a:latin typeface="Batang"/>
        <a:ea typeface=""/>
        <a:cs typeface=""/>
      </a:majorFont>
      <a:minorFont>
        <a:latin typeface="Batang"/>
        <a:ea typeface=""/>
        <a:cs typeface=""/>
      </a:minorFont>
    </a:fontScheme>
    <a:fmtScheme name="Badg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5080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algn="ct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67530480_Win32_SL_V6" id="{5EFE515C-3270-40FF-9253-BCB6B949C23B}" vid="{DC137CA2-349F-49AE-B971-0990EDAC041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2E57912-989C-4151-BEDE-679CD0C12933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C08812E3-3662-426A-9954-7C309410CDC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67A578C-4F08-45DA-B271-6EA481CF1FC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196</TotalTime>
  <Words>740</Words>
  <Application>Microsoft Macintosh PowerPoint</Application>
  <PresentationFormat>Widescreen</PresentationFormat>
  <Paragraphs>80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Avenir</vt:lpstr>
      <vt:lpstr>Avenir Book</vt:lpstr>
      <vt:lpstr>Calibri</vt:lpstr>
      <vt:lpstr>Courier New</vt:lpstr>
      <vt:lpstr>Gill Sans MT</vt:lpstr>
      <vt:lpstr>Badge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Brand Strategy</dc:title>
  <cp:lastModifiedBy>deep.content2208@gmail.com</cp:lastModifiedBy>
  <cp:revision>78</cp:revision>
  <dcterms:created xsi:type="dcterms:W3CDTF">2024-01-28T18:13:12Z</dcterms:created>
  <dcterms:modified xsi:type="dcterms:W3CDTF">2025-03-20T17:45:45Z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