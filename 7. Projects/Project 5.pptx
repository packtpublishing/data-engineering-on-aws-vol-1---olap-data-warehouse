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16"/>
  </p:notesMasterIdLst>
  <p:sldIdLst>
    <p:sldId id="309" r:id="rId5"/>
    <p:sldId id="311" r:id="rId6"/>
    <p:sldId id="312" r:id="rId7"/>
    <p:sldId id="313" r:id="rId8"/>
    <p:sldId id="319" r:id="rId9"/>
    <p:sldId id="321" r:id="rId10"/>
    <p:sldId id="320" r:id="rId11"/>
    <p:sldId id="322" r:id="rId12"/>
    <p:sldId id="323" r:id="rId13"/>
    <p:sldId id="324" r:id="rId14"/>
    <p:sldId id="29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F92"/>
    <a:srgbClr val="0096FF"/>
    <a:srgbClr val="FF9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D27102A9-8310-4765-A935-A1911B00CA55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72" autoAdjust="0"/>
    <p:restoredTop sz="94758" autoAdjust="0"/>
  </p:normalViewPr>
  <p:slideViewPr>
    <p:cSldViewPr snapToGrid="0">
      <p:cViewPr>
        <p:scale>
          <a:sx n="120" d="100"/>
          <a:sy n="120" d="100"/>
        </p:scale>
        <p:origin x="4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A0533-A760-432F-87BD-515264C2976F}" type="datetimeFigureOut">
              <a:rPr lang="en-US" smtClean="0"/>
              <a:t>3/20/25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46F2B-1084-40BA-9F0A-B1F6847335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076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46F2B-1084-40BA-9F0A-B1F6847335C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603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46F2B-1084-40BA-9F0A-B1F6847335C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895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800D3-71B5-9B8A-19A6-9EBE03CAA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4A7BE-F7DE-A3B1-A261-F63DB0FE2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17FAF-9FF2-8EA1-D894-C79635AA3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B0CFF-19DD-A2CA-961B-20E257D35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46F2B-1084-40BA-9F0A-B1F6847335C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589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46F2B-1084-40BA-9F0A-B1F6847335C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20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9" y="2042159"/>
            <a:ext cx="6421121" cy="4358641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0" i="0" spc="0" baseline="0">
                <a:solidFill>
                  <a:schemeClr val="bg1"/>
                </a:solidFill>
                <a:latin typeface="+mj-lt"/>
                <a:ea typeface="Batang" panose="02030600000101010101" pitchFamily="18" charset="-12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4FA5E09-BD6C-1A5B-0586-4CC9CBCFCE4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223760" y="457200"/>
            <a:ext cx="4572000" cy="5943600"/>
          </a:xfrm>
          <a:prstGeom prst="roundRect">
            <a:avLst>
              <a:gd name="adj" fmla="val 9214"/>
            </a:avLst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9FE06712-2FA9-0215-EE17-4D43F700D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7814933">
            <a:off x="634498" y="412774"/>
            <a:ext cx="589385" cy="914400"/>
          </a:xfrm>
          <a:custGeom>
            <a:avLst/>
            <a:gdLst>
              <a:gd name="connsiteX0" fmla="*/ 688633 w 775111"/>
              <a:gd name="connsiteY0" fmla="*/ 614160 h 1202547"/>
              <a:gd name="connsiteX1" fmla="*/ 422295 w 775111"/>
              <a:gd name="connsiteY1" fmla="*/ 790934 h 1202547"/>
              <a:gd name="connsiteX2" fmla="*/ 434065 w 775111"/>
              <a:gd name="connsiteY2" fmla="*/ 627551 h 1202547"/>
              <a:gd name="connsiteX3" fmla="*/ 432291 w 775111"/>
              <a:gd name="connsiteY3" fmla="*/ 598155 h 1202547"/>
              <a:gd name="connsiteX4" fmla="*/ 653033 w 775111"/>
              <a:gd name="connsiteY4" fmla="*/ 522868 h 1202547"/>
              <a:gd name="connsiteX5" fmla="*/ 775111 w 775111"/>
              <a:gd name="connsiteY5" fmla="*/ 340522 h 1202547"/>
              <a:gd name="connsiteX6" fmla="*/ 753899 w 775111"/>
              <a:gd name="connsiteY6" fmla="*/ 286973 h 1202547"/>
              <a:gd name="connsiteX7" fmla="*/ 706962 w 775111"/>
              <a:gd name="connsiteY7" fmla="*/ 291854 h 1202547"/>
              <a:gd name="connsiteX8" fmla="*/ 559361 w 775111"/>
              <a:gd name="connsiteY8" fmla="*/ 395773 h 1202547"/>
              <a:gd name="connsiteX9" fmla="*/ 431596 w 775111"/>
              <a:gd name="connsiteY9" fmla="*/ 586634 h 1202547"/>
              <a:gd name="connsiteX10" fmla="*/ 415886 w 775111"/>
              <a:gd name="connsiteY10" fmla="*/ 326230 h 1202547"/>
              <a:gd name="connsiteX11" fmla="*/ 505124 w 775111"/>
              <a:gd name="connsiteY11" fmla="*/ 279222 h 1202547"/>
              <a:gd name="connsiteX12" fmla="*/ 650865 w 775111"/>
              <a:gd name="connsiteY12" fmla="*/ 142733 h 1202547"/>
              <a:gd name="connsiteX13" fmla="*/ 648013 w 775111"/>
              <a:gd name="connsiteY13" fmla="*/ 43638 h 1202547"/>
              <a:gd name="connsiteX14" fmla="*/ 561028 w 775111"/>
              <a:gd name="connsiteY14" fmla="*/ 8081 h 1202547"/>
              <a:gd name="connsiteX15" fmla="*/ 446920 w 775111"/>
              <a:gd name="connsiteY15" fmla="*/ 106919 h 1202547"/>
              <a:gd name="connsiteX16" fmla="*/ 375556 w 775111"/>
              <a:gd name="connsiteY16" fmla="*/ 306530 h 1202547"/>
              <a:gd name="connsiteX17" fmla="*/ 266719 w 775111"/>
              <a:gd name="connsiteY17" fmla="*/ 50476 h 1202547"/>
              <a:gd name="connsiteX18" fmla="*/ 142006 w 775111"/>
              <a:gd name="connsiteY18" fmla="*/ 2343 h 1202547"/>
              <a:gd name="connsiteX19" fmla="*/ 94252 w 775111"/>
              <a:gd name="connsiteY19" fmla="*/ 72387 h 1202547"/>
              <a:gd name="connsiteX20" fmla="*/ 160383 w 775111"/>
              <a:gd name="connsiteY20" fmla="*/ 187916 h 1202547"/>
              <a:gd name="connsiteX21" fmla="*/ 347098 w 775111"/>
              <a:gd name="connsiteY21" fmla="*/ 321457 h 1202547"/>
              <a:gd name="connsiteX22" fmla="*/ 365791 w 775111"/>
              <a:gd name="connsiteY22" fmla="*/ 587571 h 1202547"/>
              <a:gd name="connsiteX23" fmla="*/ 213157 w 775111"/>
              <a:gd name="connsiteY23" fmla="*/ 371515 h 1202547"/>
              <a:gd name="connsiteX24" fmla="*/ 134428 w 775111"/>
              <a:gd name="connsiteY24" fmla="*/ 338284 h 1202547"/>
              <a:gd name="connsiteX25" fmla="*/ 15913 w 775111"/>
              <a:gd name="connsiteY25" fmla="*/ 360828 h 1202547"/>
              <a:gd name="connsiteX26" fmla="*/ 4495 w 775111"/>
              <a:gd name="connsiteY26" fmla="*/ 427319 h 1202547"/>
              <a:gd name="connsiteX27" fmla="*/ 367374 w 775111"/>
              <a:gd name="connsiteY27" fmla="*/ 610741 h 1202547"/>
              <a:gd name="connsiteX28" fmla="*/ 368561 w 775111"/>
              <a:gd name="connsiteY28" fmla="*/ 628825 h 1202547"/>
              <a:gd name="connsiteX29" fmla="*/ 367788 w 775111"/>
              <a:gd name="connsiteY29" fmla="*/ 774822 h 1202547"/>
              <a:gd name="connsiteX30" fmla="*/ 364001 w 775111"/>
              <a:gd name="connsiteY30" fmla="*/ 790027 h 1202547"/>
              <a:gd name="connsiteX31" fmla="*/ 204562 w 775111"/>
              <a:gd name="connsiteY31" fmla="*/ 669543 h 1202547"/>
              <a:gd name="connsiteX32" fmla="*/ 99599 w 775111"/>
              <a:gd name="connsiteY32" fmla="*/ 643413 h 1202547"/>
              <a:gd name="connsiteX33" fmla="*/ 38341 w 775111"/>
              <a:gd name="connsiteY33" fmla="*/ 659663 h 1202547"/>
              <a:gd name="connsiteX34" fmla="*/ 49173 w 775111"/>
              <a:gd name="connsiteY34" fmla="*/ 749925 h 1202547"/>
              <a:gd name="connsiteX35" fmla="*/ 360326 w 775111"/>
              <a:gd name="connsiteY35" fmla="*/ 804865 h 1202547"/>
              <a:gd name="connsiteX36" fmla="*/ 313534 w 775111"/>
              <a:gd name="connsiteY36" fmla="*/ 1000121 h 1202547"/>
              <a:gd name="connsiteX37" fmla="*/ 153574 w 775111"/>
              <a:gd name="connsiteY37" fmla="*/ 895805 h 1202547"/>
              <a:gd name="connsiteX38" fmla="*/ 100486 w 775111"/>
              <a:gd name="connsiteY38" fmla="*/ 893171 h 1202547"/>
              <a:gd name="connsiteX39" fmla="*/ 79835 w 775111"/>
              <a:gd name="connsiteY39" fmla="*/ 983290 h 1202547"/>
              <a:gd name="connsiteX40" fmla="*/ 84107 w 775111"/>
              <a:gd name="connsiteY40" fmla="*/ 985685 h 1202547"/>
              <a:gd name="connsiteX41" fmla="*/ 220927 w 775111"/>
              <a:gd name="connsiteY41" fmla="*/ 1018771 h 1202547"/>
              <a:gd name="connsiteX42" fmla="*/ 310049 w 775111"/>
              <a:gd name="connsiteY42" fmla="*/ 1015306 h 1202547"/>
              <a:gd name="connsiteX43" fmla="*/ 276672 w 775111"/>
              <a:gd name="connsiteY43" fmla="*/ 1202541 h 1202547"/>
              <a:gd name="connsiteX44" fmla="*/ 393159 w 775111"/>
              <a:gd name="connsiteY44" fmla="*/ 1202546 h 1202547"/>
              <a:gd name="connsiteX45" fmla="*/ 406163 w 775111"/>
              <a:gd name="connsiteY45" fmla="*/ 1014883 h 1202547"/>
              <a:gd name="connsiteX46" fmla="*/ 641984 w 775111"/>
              <a:gd name="connsiteY46" fmla="*/ 985685 h 1202547"/>
              <a:gd name="connsiteX47" fmla="*/ 646260 w 775111"/>
              <a:gd name="connsiteY47" fmla="*/ 983290 h 1202547"/>
              <a:gd name="connsiteX48" fmla="*/ 625605 w 775111"/>
              <a:gd name="connsiteY48" fmla="*/ 893171 h 1202547"/>
              <a:gd name="connsiteX49" fmla="*/ 572518 w 775111"/>
              <a:gd name="connsiteY49" fmla="*/ 895805 h 1202547"/>
              <a:gd name="connsiteX50" fmla="*/ 406884 w 775111"/>
              <a:gd name="connsiteY50" fmla="*/ 1004870 h 1202547"/>
              <a:gd name="connsiteX51" fmla="*/ 421397 w 775111"/>
              <a:gd name="connsiteY51" fmla="*/ 803403 h 1202547"/>
              <a:gd name="connsiteX52" fmla="*/ 606364 w 775111"/>
              <a:gd name="connsiteY52" fmla="*/ 793201 h 1202547"/>
              <a:gd name="connsiteX53" fmla="*/ 761767 w 775111"/>
              <a:gd name="connsiteY53" fmla="*/ 722715 h 1202547"/>
              <a:gd name="connsiteX54" fmla="*/ 688633 w 775111"/>
              <a:gd name="connsiteY54" fmla="*/ 614160 h 1202547"/>
              <a:gd name="connsiteX55" fmla="*/ 688633 w 775111"/>
              <a:gd name="connsiteY55" fmla="*/ 614160 h 1202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75111" h="1202547">
                <a:moveTo>
                  <a:pt x="688633" y="614160"/>
                </a:moveTo>
                <a:cubicBezTo>
                  <a:pt x="589814" y="619072"/>
                  <a:pt x="462599" y="744763"/>
                  <a:pt x="422295" y="790934"/>
                </a:cubicBezTo>
                <a:lnTo>
                  <a:pt x="434065" y="627551"/>
                </a:lnTo>
                <a:lnTo>
                  <a:pt x="432291" y="598155"/>
                </a:lnTo>
                <a:cubicBezTo>
                  <a:pt x="465796" y="587469"/>
                  <a:pt x="603072" y="543413"/>
                  <a:pt x="653033" y="522868"/>
                </a:cubicBezTo>
                <a:cubicBezTo>
                  <a:pt x="710128" y="499398"/>
                  <a:pt x="774867" y="400385"/>
                  <a:pt x="775111" y="340522"/>
                </a:cubicBezTo>
                <a:cubicBezTo>
                  <a:pt x="775237" y="308322"/>
                  <a:pt x="764163" y="293653"/>
                  <a:pt x="753899" y="286973"/>
                </a:cubicBezTo>
                <a:cubicBezTo>
                  <a:pt x="745079" y="281234"/>
                  <a:pt x="734947" y="280762"/>
                  <a:pt x="706962" y="291854"/>
                </a:cubicBezTo>
                <a:cubicBezTo>
                  <a:pt x="672244" y="306096"/>
                  <a:pt x="612885" y="336852"/>
                  <a:pt x="559361" y="395773"/>
                </a:cubicBezTo>
                <a:cubicBezTo>
                  <a:pt x="494622" y="467036"/>
                  <a:pt x="448223" y="553487"/>
                  <a:pt x="431596" y="586634"/>
                </a:cubicBezTo>
                <a:lnTo>
                  <a:pt x="415886" y="326230"/>
                </a:lnTo>
                <a:cubicBezTo>
                  <a:pt x="448491" y="308610"/>
                  <a:pt x="487236" y="287904"/>
                  <a:pt x="505124" y="279222"/>
                </a:cubicBezTo>
                <a:cubicBezTo>
                  <a:pt x="539011" y="262772"/>
                  <a:pt x="614789" y="200079"/>
                  <a:pt x="650865" y="142733"/>
                </a:cubicBezTo>
                <a:cubicBezTo>
                  <a:pt x="670258" y="111900"/>
                  <a:pt x="660855" y="73008"/>
                  <a:pt x="648013" y="43638"/>
                </a:cubicBezTo>
                <a:cubicBezTo>
                  <a:pt x="636969" y="18383"/>
                  <a:pt x="611502" y="0"/>
                  <a:pt x="561028" y="8081"/>
                </a:cubicBezTo>
                <a:cubicBezTo>
                  <a:pt x="536868" y="14946"/>
                  <a:pt x="483654" y="26614"/>
                  <a:pt x="446920" y="106919"/>
                </a:cubicBezTo>
                <a:cubicBezTo>
                  <a:pt x="417222" y="166895"/>
                  <a:pt x="390645" y="253065"/>
                  <a:pt x="375556" y="306530"/>
                </a:cubicBezTo>
                <a:cubicBezTo>
                  <a:pt x="367470" y="244477"/>
                  <a:pt x="342339" y="120846"/>
                  <a:pt x="266719" y="50476"/>
                </a:cubicBezTo>
                <a:cubicBezTo>
                  <a:pt x="213389" y="849"/>
                  <a:pt x="170811" y="-4346"/>
                  <a:pt x="142006" y="2343"/>
                </a:cubicBezTo>
                <a:cubicBezTo>
                  <a:pt x="114719" y="8681"/>
                  <a:pt x="94672" y="22438"/>
                  <a:pt x="94252" y="72387"/>
                </a:cubicBezTo>
                <a:cubicBezTo>
                  <a:pt x="95747" y="105616"/>
                  <a:pt x="109010" y="150770"/>
                  <a:pt x="160383" y="187916"/>
                </a:cubicBezTo>
                <a:cubicBezTo>
                  <a:pt x="203200" y="218876"/>
                  <a:pt x="297409" y="286057"/>
                  <a:pt x="347098" y="321457"/>
                </a:cubicBezTo>
                <a:cubicBezTo>
                  <a:pt x="350491" y="369359"/>
                  <a:pt x="360722" y="513971"/>
                  <a:pt x="365791" y="587571"/>
                </a:cubicBezTo>
                <a:cubicBezTo>
                  <a:pt x="336430" y="533176"/>
                  <a:pt x="264993" y="407542"/>
                  <a:pt x="213157" y="371515"/>
                </a:cubicBezTo>
                <a:cubicBezTo>
                  <a:pt x="189223" y="354880"/>
                  <a:pt x="160908" y="344612"/>
                  <a:pt x="134428" y="338284"/>
                </a:cubicBezTo>
                <a:cubicBezTo>
                  <a:pt x="87043" y="326959"/>
                  <a:pt x="46786" y="326081"/>
                  <a:pt x="15913" y="360828"/>
                </a:cubicBezTo>
                <a:cubicBezTo>
                  <a:pt x="3472" y="379252"/>
                  <a:pt x="-5958" y="403346"/>
                  <a:pt x="4495" y="427319"/>
                </a:cubicBezTo>
                <a:cubicBezTo>
                  <a:pt x="54369" y="541701"/>
                  <a:pt x="309232" y="599036"/>
                  <a:pt x="367374" y="610741"/>
                </a:cubicBezTo>
                <a:cubicBezTo>
                  <a:pt x="367946" y="619209"/>
                  <a:pt x="368358" y="625472"/>
                  <a:pt x="368561" y="628825"/>
                </a:cubicBezTo>
                <a:cubicBezTo>
                  <a:pt x="370482" y="660662"/>
                  <a:pt x="367788" y="774822"/>
                  <a:pt x="367788" y="774822"/>
                </a:cubicBezTo>
                <a:cubicBezTo>
                  <a:pt x="367788" y="774822"/>
                  <a:pt x="366408" y="780330"/>
                  <a:pt x="364001" y="790027"/>
                </a:cubicBezTo>
                <a:cubicBezTo>
                  <a:pt x="329186" y="758093"/>
                  <a:pt x="243707" y="682180"/>
                  <a:pt x="204562" y="669543"/>
                </a:cubicBezTo>
                <a:cubicBezTo>
                  <a:pt x="172915" y="659327"/>
                  <a:pt x="131452" y="648478"/>
                  <a:pt x="99599" y="643413"/>
                </a:cubicBezTo>
                <a:cubicBezTo>
                  <a:pt x="81325" y="640509"/>
                  <a:pt x="55686" y="634766"/>
                  <a:pt x="38341" y="659663"/>
                </a:cubicBezTo>
                <a:cubicBezTo>
                  <a:pt x="22688" y="684519"/>
                  <a:pt x="14697" y="728193"/>
                  <a:pt x="49173" y="749925"/>
                </a:cubicBezTo>
                <a:cubicBezTo>
                  <a:pt x="91636" y="776697"/>
                  <a:pt x="292127" y="803377"/>
                  <a:pt x="360326" y="804865"/>
                </a:cubicBezTo>
                <a:cubicBezTo>
                  <a:pt x="350120" y="846180"/>
                  <a:pt x="331066" y="924096"/>
                  <a:pt x="313534" y="1000121"/>
                </a:cubicBezTo>
                <a:cubicBezTo>
                  <a:pt x="278443" y="970898"/>
                  <a:pt x="197109" y="906134"/>
                  <a:pt x="153574" y="895805"/>
                </a:cubicBezTo>
                <a:cubicBezTo>
                  <a:pt x="134361" y="891245"/>
                  <a:pt x="116152" y="891219"/>
                  <a:pt x="100486" y="893171"/>
                </a:cubicBezTo>
                <a:cubicBezTo>
                  <a:pt x="55677" y="898745"/>
                  <a:pt x="41311" y="959540"/>
                  <a:pt x="79835" y="983290"/>
                </a:cubicBezTo>
                <a:cubicBezTo>
                  <a:pt x="81199" y="984131"/>
                  <a:pt x="82622" y="984931"/>
                  <a:pt x="84107" y="985685"/>
                </a:cubicBezTo>
                <a:cubicBezTo>
                  <a:pt x="125680" y="1006832"/>
                  <a:pt x="194112" y="1019484"/>
                  <a:pt x="220927" y="1018771"/>
                </a:cubicBezTo>
                <a:cubicBezTo>
                  <a:pt x="239281" y="1018276"/>
                  <a:pt x="283785" y="1016427"/>
                  <a:pt x="310049" y="1015306"/>
                </a:cubicBezTo>
                <a:cubicBezTo>
                  <a:pt x="287686" y="1113140"/>
                  <a:pt x="269049" y="1203433"/>
                  <a:pt x="276672" y="1202541"/>
                </a:cubicBezTo>
                <a:cubicBezTo>
                  <a:pt x="294363" y="1201807"/>
                  <a:pt x="393159" y="1202546"/>
                  <a:pt x="393159" y="1202546"/>
                </a:cubicBezTo>
                <a:lnTo>
                  <a:pt x="406163" y="1014883"/>
                </a:lnTo>
                <a:cubicBezTo>
                  <a:pt x="501071" y="1033843"/>
                  <a:pt x="600412" y="1006832"/>
                  <a:pt x="641984" y="985685"/>
                </a:cubicBezTo>
                <a:cubicBezTo>
                  <a:pt x="643468" y="984931"/>
                  <a:pt x="644892" y="984131"/>
                  <a:pt x="646260" y="983290"/>
                </a:cubicBezTo>
                <a:cubicBezTo>
                  <a:pt x="684782" y="959540"/>
                  <a:pt x="670415" y="898745"/>
                  <a:pt x="625605" y="893171"/>
                </a:cubicBezTo>
                <a:cubicBezTo>
                  <a:pt x="609941" y="891219"/>
                  <a:pt x="591729" y="891245"/>
                  <a:pt x="572518" y="895805"/>
                </a:cubicBezTo>
                <a:cubicBezTo>
                  <a:pt x="526447" y="906735"/>
                  <a:pt x="438009" y="978654"/>
                  <a:pt x="406884" y="1004870"/>
                </a:cubicBezTo>
                <a:lnTo>
                  <a:pt x="421397" y="803403"/>
                </a:lnTo>
                <a:cubicBezTo>
                  <a:pt x="454162" y="802888"/>
                  <a:pt x="562832" y="800646"/>
                  <a:pt x="606364" y="793201"/>
                </a:cubicBezTo>
                <a:cubicBezTo>
                  <a:pt x="690396" y="778832"/>
                  <a:pt x="730407" y="763601"/>
                  <a:pt x="761767" y="722715"/>
                </a:cubicBezTo>
                <a:cubicBezTo>
                  <a:pt x="783115" y="694873"/>
                  <a:pt x="744947" y="611357"/>
                  <a:pt x="688633" y="614160"/>
                </a:cubicBezTo>
                <a:lnTo>
                  <a:pt x="688633" y="61416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3021" y="457200"/>
            <a:ext cx="5484855" cy="2184400"/>
          </a:xfrm>
        </p:spPr>
        <p:txBody>
          <a:bodyPr lIns="0" tIns="0" rIns="0" bIns="0" anchor="t" anchorCtr="0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FC24187-20DB-C6E6-5614-050D115326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6CC7DD9-B902-41D1-40BC-0599B05359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A7940FF-19BA-CCFA-DACF-D2577C8011A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1280160" y="457200"/>
            <a:ext cx="4572000" cy="5943600"/>
          </a:xfrm>
          <a:prstGeom prst="roundRect">
            <a:avLst>
              <a:gd name="adj" fmla="val 9214"/>
            </a:avLst>
          </a:prstGeom>
        </p:spPr>
        <p:txBody>
          <a:bodyPr anchor="t">
            <a:normAutofit/>
          </a:bodyPr>
          <a:lstStyle>
            <a:lvl1pPr marL="0" indent="0" algn="ctr">
              <a:buNone/>
              <a:defRPr sz="2800">
                <a:latin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465" y="2743200"/>
            <a:ext cx="5484855" cy="3657600"/>
          </a:xfrm>
          <a:prstGeom prst="roundRect">
            <a:avLst>
              <a:gd name="adj" fmla="val 11906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228600" tIns="0" rIns="0" bIns="0" anchor="ctr" anchorCtr="0">
            <a:noAutofit/>
          </a:bodyPr>
          <a:lstStyle>
            <a:lvl1pPr indent="-365760">
              <a:lnSpc>
                <a:spcPct val="150000"/>
              </a:lnSpc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indent="-365760">
              <a:lnSpc>
                <a:spcPct val="150000"/>
              </a:lnSpc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50000"/>
              </a:lnSpc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indent="-365760">
              <a:lnSpc>
                <a:spcPct val="150000"/>
              </a:lnSpc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50000"/>
              </a:lnSpc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60" y="4196081"/>
            <a:ext cx="5486400" cy="2204720"/>
          </a:xfrm>
        </p:spPr>
        <p:txBody>
          <a:bodyPr lIns="0" tIns="0" rIns="0" bIns="0" anchor="b" anchorCtr="0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FC24187-20DB-C6E6-5614-050D115326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6CC7DD9-B902-41D1-40BC-0599B05359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80160" y="457201"/>
            <a:ext cx="5486400" cy="3657600"/>
          </a:xfrm>
          <a:prstGeom prst="roundRect">
            <a:avLst>
              <a:gd name="adj" fmla="val 10238"/>
            </a:avLst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10000"/>
              </a:lnSpc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800" cap="none" spc="0" baseline="0">
                <a:solidFill>
                  <a:schemeClr val="accent3">
                    <a:lumMod val="50000"/>
                  </a:schemeClr>
                </a:solidFill>
              </a:defRPr>
            </a:lvl1pPr>
            <a:lvl2pPr marL="411480" indent="0">
              <a:lnSpc>
                <a:spcPct val="110000"/>
              </a:lnSpc>
              <a:buClr>
                <a:schemeClr val="accent3">
                  <a:lumMod val="75000"/>
                </a:schemeClr>
              </a:buClr>
              <a:buNone/>
              <a:defRPr sz="1800" cap="none" spc="0" baseline="0">
                <a:solidFill>
                  <a:schemeClr val="accent3">
                    <a:lumMod val="50000"/>
                  </a:schemeClr>
                </a:solidFill>
              </a:defRPr>
            </a:lvl2pPr>
            <a:lvl3pPr marL="868680" indent="0">
              <a:lnSpc>
                <a:spcPct val="110000"/>
              </a:lnSpc>
              <a:buClr>
                <a:schemeClr val="accent3">
                  <a:lumMod val="75000"/>
                </a:schemeClr>
              </a:buClr>
              <a:buNone/>
              <a:defRPr sz="1800" cap="none" spc="0" baseline="0">
                <a:solidFill>
                  <a:schemeClr val="accent3">
                    <a:lumMod val="50000"/>
                  </a:schemeClr>
                </a:solidFill>
              </a:defRPr>
            </a:lvl3pPr>
            <a:lvl4pPr marL="1325880" indent="0">
              <a:lnSpc>
                <a:spcPct val="110000"/>
              </a:lnSpc>
              <a:buClr>
                <a:schemeClr val="accent3">
                  <a:lumMod val="75000"/>
                </a:schemeClr>
              </a:buClr>
              <a:buNone/>
              <a:defRPr sz="1800" cap="none" spc="0" baseline="0">
                <a:solidFill>
                  <a:schemeClr val="accent3">
                    <a:lumMod val="50000"/>
                  </a:schemeClr>
                </a:solidFill>
              </a:defRPr>
            </a:lvl4pPr>
            <a:lvl5pPr marL="1783080" indent="0">
              <a:lnSpc>
                <a:spcPct val="110000"/>
              </a:lnSpc>
              <a:buClr>
                <a:schemeClr val="accent3">
                  <a:lumMod val="75000"/>
                </a:schemeClr>
              </a:buClr>
              <a:buNone/>
              <a:defRPr sz="1800" cap="none" spc="0" baseline="0">
                <a:solidFill>
                  <a:schemeClr val="accent3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8A2B7A8-FA7E-0D94-B5AC-687088C7F1FB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223760" y="457200"/>
            <a:ext cx="4572000" cy="5943600"/>
          </a:xfrm>
          <a:prstGeom prst="roundRect">
            <a:avLst>
              <a:gd name="adj" fmla="val 9214"/>
            </a:avLst>
          </a:prstGeom>
          <a:ln w="28575"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37519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809460"/>
            <a:ext cx="10515600" cy="3200400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0" i="0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914400"/>
            <a:ext cx="5943600" cy="18288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19CA409-5A19-24AF-D8B3-DF00B9615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199" y="457200"/>
            <a:ext cx="11277601" cy="5943600"/>
          </a:xfrm>
          <a:prstGeom prst="roundRect">
            <a:avLst>
              <a:gd name="adj" fmla="val 7079"/>
            </a:avLst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" panose="02000503020000020003" pitchFamily="2" charset="0"/>
            </a:endParaRPr>
          </a:p>
        </p:txBody>
      </p:sp>
      <p:sp>
        <p:nvSpPr>
          <p:cNvPr id="9" name="Graphic 3">
            <a:extLst>
              <a:ext uri="{FF2B5EF4-FFF2-40B4-BE49-F238E27FC236}">
                <a16:creationId xmlns:a16="http://schemas.microsoft.com/office/drawing/2014/main" id="{2C991B9B-B377-E1F5-7D66-13D0618D7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3785067" flipH="1">
            <a:off x="10595949" y="757332"/>
            <a:ext cx="589385" cy="914400"/>
          </a:xfrm>
          <a:custGeom>
            <a:avLst/>
            <a:gdLst>
              <a:gd name="connsiteX0" fmla="*/ 688633 w 775111"/>
              <a:gd name="connsiteY0" fmla="*/ 614160 h 1202547"/>
              <a:gd name="connsiteX1" fmla="*/ 422295 w 775111"/>
              <a:gd name="connsiteY1" fmla="*/ 790934 h 1202547"/>
              <a:gd name="connsiteX2" fmla="*/ 434065 w 775111"/>
              <a:gd name="connsiteY2" fmla="*/ 627551 h 1202547"/>
              <a:gd name="connsiteX3" fmla="*/ 432291 w 775111"/>
              <a:gd name="connsiteY3" fmla="*/ 598155 h 1202547"/>
              <a:gd name="connsiteX4" fmla="*/ 653033 w 775111"/>
              <a:gd name="connsiteY4" fmla="*/ 522868 h 1202547"/>
              <a:gd name="connsiteX5" fmla="*/ 775111 w 775111"/>
              <a:gd name="connsiteY5" fmla="*/ 340522 h 1202547"/>
              <a:gd name="connsiteX6" fmla="*/ 753899 w 775111"/>
              <a:gd name="connsiteY6" fmla="*/ 286973 h 1202547"/>
              <a:gd name="connsiteX7" fmla="*/ 706962 w 775111"/>
              <a:gd name="connsiteY7" fmla="*/ 291854 h 1202547"/>
              <a:gd name="connsiteX8" fmla="*/ 559361 w 775111"/>
              <a:gd name="connsiteY8" fmla="*/ 395773 h 1202547"/>
              <a:gd name="connsiteX9" fmla="*/ 431596 w 775111"/>
              <a:gd name="connsiteY9" fmla="*/ 586634 h 1202547"/>
              <a:gd name="connsiteX10" fmla="*/ 415886 w 775111"/>
              <a:gd name="connsiteY10" fmla="*/ 326230 h 1202547"/>
              <a:gd name="connsiteX11" fmla="*/ 505124 w 775111"/>
              <a:gd name="connsiteY11" fmla="*/ 279222 h 1202547"/>
              <a:gd name="connsiteX12" fmla="*/ 650865 w 775111"/>
              <a:gd name="connsiteY12" fmla="*/ 142733 h 1202547"/>
              <a:gd name="connsiteX13" fmla="*/ 648013 w 775111"/>
              <a:gd name="connsiteY13" fmla="*/ 43638 h 1202547"/>
              <a:gd name="connsiteX14" fmla="*/ 561028 w 775111"/>
              <a:gd name="connsiteY14" fmla="*/ 8081 h 1202547"/>
              <a:gd name="connsiteX15" fmla="*/ 446920 w 775111"/>
              <a:gd name="connsiteY15" fmla="*/ 106919 h 1202547"/>
              <a:gd name="connsiteX16" fmla="*/ 375556 w 775111"/>
              <a:gd name="connsiteY16" fmla="*/ 306530 h 1202547"/>
              <a:gd name="connsiteX17" fmla="*/ 266719 w 775111"/>
              <a:gd name="connsiteY17" fmla="*/ 50476 h 1202547"/>
              <a:gd name="connsiteX18" fmla="*/ 142006 w 775111"/>
              <a:gd name="connsiteY18" fmla="*/ 2343 h 1202547"/>
              <a:gd name="connsiteX19" fmla="*/ 94252 w 775111"/>
              <a:gd name="connsiteY19" fmla="*/ 72387 h 1202547"/>
              <a:gd name="connsiteX20" fmla="*/ 160383 w 775111"/>
              <a:gd name="connsiteY20" fmla="*/ 187916 h 1202547"/>
              <a:gd name="connsiteX21" fmla="*/ 347098 w 775111"/>
              <a:gd name="connsiteY21" fmla="*/ 321457 h 1202547"/>
              <a:gd name="connsiteX22" fmla="*/ 365791 w 775111"/>
              <a:gd name="connsiteY22" fmla="*/ 587571 h 1202547"/>
              <a:gd name="connsiteX23" fmla="*/ 213157 w 775111"/>
              <a:gd name="connsiteY23" fmla="*/ 371515 h 1202547"/>
              <a:gd name="connsiteX24" fmla="*/ 134428 w 775111"/>
              <a:gd name="connsiteY24" fmla="*/ 338284 h 1202547"/>
              <a:gd name="connsiteX25" fmla="*/ 15913 w 775111"/>
              <a:gd name="connsiteY25" fmla="*/ 360828 h 1202547"/>
              <a:gd name="connsiteX26" fmla="*/ 4495 w 775111"/>
              <a:gd name="connsiteY26" fmla="*/ 427319 h 1202547"/>
              <a:gd name="connsiteX27" fmla="*/ 367374 w 775111"/>
              <a:gd name="connsiteY27" fmla="*/ 610741 h 1202547"/>
              <a:gd name="connsiteX28" fmla="*/ 368561 w 775111"/>
              <a:gd name="connsiteY28" fmla="*/ 628825 h 1202547"/>
              <a:gd name="connsiteX29" fmla="*/ 367788 w 775111"/>
              <a:gd name="connsiteY29" fmla="*/ 774822 h 1202547"/>
              <a:gd name="connsiteX30" fmla="*/ 364001 w 775111"/>
              <a:gd name="connsiteY30" fmla="*/ 790027 h 1202547"/>
              <a:gd name="connsiteX31" fmla="*/ 204562 w 775111"/>
              <a:gd name="connsiteY31" fmla="*/ 669543 h 1202547"/>
              <a:gd name="connsiteX32" fmla="*/ 99599 w 775111"/>
              <a:gd name="connsiteY32" fmla="*/ 643413 h 1202547"/>
              <a:gd name="connsiteX33" fmla="*/ 38341 w 775111"/>
              <a:gd name="connsiteY33" fmla="*/ 659663 h 1202547"/>
              <a:gd name="connsiteX34" fmla="*/ 49173 w 775111"/>
              <a:gd name="connsiteY34" fmla="*/ 749925 h 1202547"/>
              <a:gd name="connsiteX35" fmla="*/ 360326 w 775111"/>
              <a:gd name="connsiteY35" fmla="*/ 804865 h 1202547"/>
              <a:gd name="connsiteX36" fmla="*/ 313534 w 775111"/>
              <a:gd name="connsiteY36" fmla="*/ 1000121 h 1202547"/>
              <a:gd name="connsiteX37" fmla="*/ 153574 w 775111"/>
              <a:gd name="connsiteY37" fmla="*/ 895805 h 1202547"/>
              <a:gd name="connsiteX38" fmla="*/ 100486 w 775111"/>
              <a:gd name="connsiteY38" fmla="*/ 893171 h 1202547"/>
              <a:gd name="connsiteX39" fmla="*/ 79835 w 775111"/>
              <a:gd name="connsiteY39" fmla="*/ 983290 h 1202547"/>
              <a:gd name="connsiteX40" fmla="*/ 84107 w 775111"/>
              <a:gd name="connsiteY40" fmla="*/ 985685 h 1202547"/>
              <a:gd name="connsiteX41" fmla="*/ 220927 w 775111"/>
              <a:gd name="connsiteY41" fmla="*/ 1018771 h 1202547"/>
              <a:gd name="connsiteX42" fmla="*/ 310049 w 775111"/>
              <a:gd name="connsiteY42" fmla="*/ 1015306 h 1202547"/>
              <a:gd name="connsiteX43" fmla="*/ 276672 w 775111"/>
              <a:gd name="connsiteY43" fmla="*/ 1202541 h 1202547"/>
              <a:gd name="connsiteX44" fmla="*/ 393159 w 775111"/>
              <a:gd name="connsiteY44" fmla="*/ 1202546 h 1202547"/>
              <a:gd name="connsiteX45" fmla="*/ 406163 w 775111"/>
              <a:gd name="connsiteY45" fmla="*/ 1014883 h 1202547"/>
              <a:gd name="connsiteX46" fmla="*/ 641984 w 775111"/>
              <a:gd name="connsiteY46" fmla="*/ 985685 h 1202547"/>
              <a:gd name="connsiteX47" fmla="*/ 646260 w 775111"/>
              <a:gd name="connsiteY47" fmla="*/ 983290 h 1202547"/>
              <a:gd name="connsiteX48" fmla="*/ 625605 w 775111"/>
              <a:gd name="connsiteY48" fmla="*/ 893171 h 1202547"/>
              <a:gd name="connsiteX49" fmla="*/ 572518 w 775111"/>
              <a:gd name="connsiteY49" fmla="*/ 895805 h 1202547"/>
              <a:gd name="connsiteX50" fmla="*/ 406884 w 775111"/>
              <a:gd name="connsiteY50" fmla="*/ 1004870 h 1202547"/>
              <a:gd name="connsiteX51" fmla="*/ 421397 w 775111"/>
              <a:gd name="connsiteY51" fmla="*/ 803403 h 1202547"/>
              <a:gd name="connsiteX52" fmla="*/ 606364 w 775111"/>
              <a:gd name="connsiteY52" fmla="*/ 793201 h 1202547"/>
              <a:gd name="connsiteX53" fmla="*/ 761767 w 775111"/>
              <a:gd name="connsiteY53" fmla="*/ 722715 h 1202547"/>
              <a:gd name="connsiteX54" fmla="*/ 688633 w 775111"/>
              <a:gd name="connsiteY54" fmla="*/ 614160 h 1202547"/>
              <a:gd name="connsiteX55" fmla="*/ 688633 w 775111"/>
              <a:gd name="connsiteY55" fmla="*/ 614160 h 1202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75111" h="1202547">
                <a:moveTo>
                  <a:pt x="688633" y="614160"/>
                </a:moveTo>
                <a:cubicBezTo>
                  <a:pt x="589814" y="619072"/>
                  <a:pt x="462599" y="744763"/>
                  <a:pt x="422295" y="790934"/>
                </a:cubicBezTo>
                <a:lnTo>
                  <a:pt x="434065" y="627551"/>
                </a:lnTo>
                <a:lnTo>
                  <a:pt x="432291" y="598155"/>
                </a:lnTo>
                <a:cubicBezTo>
                  <a:pt x="465796" y="587469"/>
                  <a:pt x="603072" y="543413"/>
                  <a:pt x="653033" y="522868"/>
                </a:cubicBezTo>
                <a:cubicBezTo>
                  <a:pt x="710128" y="499398"/>
                  <a:pt x="774867" y="400385"/>
                  <a:pt x="775111" y="340522"/>
                </a:cubicBezTo>
                <a:cubicBezTo>
                  <a:pt x="775237" y="308322"/>
                  <a:pt x="764163" y="293653"/>
                  <a:pt x="753899" y="286973"/>
                </a:cubicBezTo>
                <a:cubicBezTo>
                  <a:pt x="745079" y="281234"/>
                  <a:pt x="734947" y="280762"/>
                  <a:pt x="706962" y="291854"/>
                </a:cubicBezTo>
                <a:cubicBezTo>
                  <a:pt x="672244" y="306096"/>
                  <a:pt x="612885" y="336852"/>
                  <a:pt x="559361" y="395773"/>
                </a:cubicBezTo>
                <a:cubicBezTo>
                  <a:pt x="494622" y="467036"/>
                  <a:pt x="448223" y="553487"/>
                  <a:pt x="431596" y="586634"/>
                </a:cubicBezTo>
                <a:lnTo>
                  <a:pt x="415886" y="326230"/>
                </a:lnTo>
                <a:cubicBezTo>
                  <a:pt x="448491" y="308610"/>
                  <a:pt x="487236" y="287904"/>
                  <a:pt x="505124" y="279222"/>
                </a:cubicBezTo>
                <a:cubicBezTo>
                  <a:pt x="539011" y="262772"/>
                  <a:pt x="614789" y="200079"/>
                  <a:pt x="650865" y="142733"/>
                </a:cubicBezTo>
                <a:cubicBezTo>
                  <a:pt x="670258" y="111900"/>
                  <a:pt x="660855" y="73008"/>
                  <a:pt x="648013" y="43638"/>
                </a:cubicBezTo>
                <a:cubicBezTo>
                  <a:pt x="636969" y="18383"/>
                  <a:pt x="611502" y="0"/>
                  <a:pt x="561028" y="8081"/>
                </a:cubicBezTo>
                <a:cubicBezTo>
                  <a:pt x="536868" y="14946"/>
                  <a:pt x="483654" y="26614"/>
                  <a:pt x="446920" y="106919"/>
                </a:cubicBezTo>
                <a:cubicBezTo>
                  <a:pt x="417222" y="166895"/>
                  <a:pt x="390645" y="253065"/>
                  <a:pt x="375556" y="306530"/>
                </a:cubicBezTo>
                <a:cubicBezTo>
                  <a:pt x="367470" y="244477"/>
                  <a:pt x="342339" y="120846"/>
                  <a:pt x="266719" y="50476"/>
                </a:cubicBezTo>
                <a:cubicBezTo>
                  <a:pt x="213389" y="849"/>
                  <a:pt x="170811" y="-4346"/>
                  <a:pt x="142006" y="2343"/>
                </a:cubicBezTo>
                <a:cubicBezTo>
                  <a:pt x="114719" y="8681"/>
                  <a:pt x="94672" y="22438"/>
                  <a:pt x="94252" y="72387"/>
                </a:cubicBezTo>
                <a:cubicBezTo>
                  <a:pt x="95747" y="105616"/>
                  <a:pt x="109010" y="150770"/>
                  <a:pt x="160383" y="187916"/>
                </a:cubicBezTo>
                <a:cubicBezTo>
                  <a:pt x="203200" y="218876"/>
                  <a:pt x="297409" y="286057"/>
                  <a:pt x="347098" y="321457"/>
                </a:cubicBezTo>
                <a:cubicBezTo>
                  <a:pt x="350491" y="369359"/>
                  <a:pt x="360722" y="513971"/>
                  <a:pt x="365791" y="587571"/>
                </a:cubicBezTo>
                <a:cubicBezTo>
                  <a:pt x="336430" y="533176"/>
                  <a:pt x="264993" y="407542"/>
                  <a:pt x="213157" y="371515"/>
                </a:cubicBezTo>
                <a:cubicBezTo>
                  <a:pt x="189223" y="354880"/>
                  <a:pt x="160908" y="344612"/>
                  <a:pt x="134428" y="338284"/>
                </a:cubicBezTo>
                <a:cubicBezTo>
                  <a:pt x="87043" y="326959"/>
                  <a:pt x="46786" y="326081"/>
                  <a:pt x="15913" y="360828"/>
                </a:cubicBezTo>
                <a:cubicBezTo>
                  <a:pt x="3472" y="379252"/>
                  <a:pt x="-5958" y="403346"/>
                  <a:pt x="4495" y="427319"/>
                </a:cubicBezTo>
                <a:cubicBezTo>
                  <a:pt x="54369" y="541701"/>
                  <a:pt x="309232" y="599036"/>
                  <a:pt x="367374" y="610741"/>
                </a:cubicBezTo>
                <a:cubicBezTo>
                  <a:pt x="367946" y="619209"/>
                  <a:pt x="368358" y="625472"/>
                  <a:pt x="368561" y="628825"/>
                </a:cubicBezTo>
                <a:cubicBezTo>
                  <a:pt x="370482" y="660662"/>
                  <a:pt x="367788" y="774822"/>
                  <a:pt x="367788" y="774822"/>
                </a:cubicBezTo>
                <a:cubicBezTo>
                  <a:pt x="367788" y="774822"/>
                  <a:pt x="366408" y="780330"/>
                  <a:pt x="364001" y="790027"/>
                </a:cubicBezTo>
                <a:cubicBezTo>
                  <a:pt x="329186" y="758093"/>
                  <a:pt x="243707" y="682180"/>
                  <a:pt x="204562" y="669543"/>
                </a:cubicBezTo>
                <a:cubicBezTo>
                  <a:pt x="172915" y="659327"/>
                  <a:pt x="131452" y="648478"/>
                  <a:pt x="99599" y="643413"/>
                </a:cubicBezTo>
                <a:cubicBezTo>
                  <a:pt x="81325" y="640509"/>
                  <a:pt x="55686" y="634766"/>
                  <a:pt x="38341" y="659663"/>
                </a:cubicBezTo>
                <a:cubicBezTo>
                  <a:pt x="22688" y="684519"/>
                  <a:pt x="14697" y="728193"/>
                  <a:pt x="49173" y="749925"/>
                </a:cubicBezTo>
                <a:cubicBezTo>
                  <a:pt x="91636" y="776697"/>
                  <a:pt x="292127" y="803377"/>
                  <a:pt x="360326" y="804865"/>
                </a:cubicBezTo>
                <a:cubicBezTo>
                  <a:pt x="350120" y="846180"/>
                  <a:pt x="331066" y="924096"/>
                  <a:pt x="313534" y="1000121"/>
                </a:cubicBezTo>
                <a:cubicBezTo>
                  <a:pt x="278443" y="970898"/>
                  <a:pt x="197109" y="906134"/>
                  <a:pt x="153574" y="895805"/>
                </a:cubicBezTo>
                <a:cubicBezTo>
                  <a:pt x="134361" y="891245"/>
                  <a:pt x="116152" y="891219"/>
                  <a:pt x="100486" y="893171"/>
                </a:cubicBezTo>
                <a:cubicBezTo>
                  <a:pt x="55677" y="898745"/>
                  <a:pt x="41311" y="959540"/>
                  <a:pt x="79835" y="983290"/>
                </a:cubicBezTo>
                <a:cubicBezTo>
                  <a:pt x="81199" y="984131"/>
                  <a:pt x="82622" y="984931"/>
                  <a:pt x="84107" y="985685"/>
                </a:cubicBezTo>
                <a:cubicBezTo>
                  <a:pt x="125680" y="1006832"/>
                  <a:pt x="194112" y="1019484"/>
                  <a:pt x="220927" y="1018771"/>
                </a:cubicBezTo>
                <a:cubicBezTo>
                  <a:pt x="239281" y="1018276"/>
                  <a:pt x="283785" y="1016427"/>
                  <a:pt x="310049" y="1015306"/>
                </a:cubicBezTo>
                <a:cubicBezTo>
                  <a:pt x="287686" y="1113140"/>
                  <a:pt x="269049" y="1203433"/>
                  <a:pt x="276672" y="1202541"/>
                </a:cubicBezTo>
                <a:cubicBezTo>
                  <a:pt x="294363" y="1201807"/>
                  <a:pt x="393159" y="1202546"/>
                  <a:pt x="393159" y="1202546"/>
                </a:cubicBezTo>
                <a:lnTo>
                  <a:pt x="406163" y="1014883"/>
                </a:lnTo>
                <a:cubicBezTo>
                  <a:pt x="501071" y="1033843"/>
                  <a:pt x="600412" y="1006832"/>
                  <a:pt x="641984" y="985685"/>
                </a:cubicBezTo>
                <a:cubicBezTo>
                  <a:pt x="643468" y="984931"/>
                  <a:pt x="644892" y="984131"/>
                  <a:pt x="646260" y="983290"/>
                </a:cubicBezTo>
                <a:cubicBezTo>
                  <a:pt x="684782" y="959540"/>
                  <a:pt x="670415" y="898745"/>
                  <a:pt x="625605" y="893171"/>
                </a:cubicBezTo>
                <a:cubicBezTo>
                  <a:pt x="609941" y="891219"/>
                  <a:pt x="591729" y="891245"/>
                  <a:pt x="572518" y="895805"/>
                </a:cubicBezTo>
                <a:cubicBezTo>
                  <a:pt x="526447" y="906735"/>
                  <a:pt x="438009" y="978654"/>
                  <a:pt x="406884" y="1004870"/>
                </a:cubicBezTo>
                <a:lnTo>
                  <a:pt x="421397" y="803403"/>
                </a:lnTo>
                <a:cubicBezTo>
                  <a:pt x="454162" y="802888"/>
                  <a:pt x="562832" y="800646"/>
                  <a:pt x="606364" y="793201"/>
                </a:cubicBezTo>
                <a:cubicBezTo>
                  <a:pt x="690396" y="778832"/>
                  <a:pt x="730407" y="763601"/>
                  <a:pt x="761767" y="722715"/>
                </a:cubicBezTo>
                <a:cubicBezTo>
                  <a:pt x="783115" y="694873"/>
                  <a:pt x="744947" y="611357"/>
                  <a:pt x="688633" y="614160"/>
                </a:cubicBezTo>
                <a:lnTo>
                  <a:pt x="688633" y="61416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venir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15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10172700" cy="1493517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DF7D353-331B-4008-C6A7-86D25BE475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7757" y="2261462"/>
            <a:ext cx="4930163" cy="4135546"/>
          </a:xfrm>
          <a:prstGeom prst="roundRect">
            <a:avLst>
              <a:gd name="adj" fmla="val 11906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228600" tIns="0" rIns="0" bIns="0" anchor="ctr" anchorCtr="0">
            <a:noAutofit/>
          </a:bodyPr>
          <a:lstStyle>
            <a:lvl1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F75E6A1-9C73-A244-962B-E61B2A9E7C8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730399" y="2261462"/>
            <a:ext cx="4930163" cy="4135546"/>
          </a:xfrm>
          <a:prstGeom prst="roundRect">
            <a:avLst>
              <a:gd name="adj" fmla="val 11906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228600" tIns="9144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buNone/>
              <a:defRPr sz="18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marL="228600"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60" y="3842421"/>
            <a:ext cx="5303520" cy="2558379"/>
          </a:xfrm>
        </p:spPr>
        <p:txBody>
          <a:bodyPr lIns="0" tIns="0" rIns="0" bIns="0" anchor="b" anchorCtr="0"/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15CC7A-E4F5-8662-C92E-8B4CB26119A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79525" y="457200"/>
            <a:ext cx="10452100" cy="3292475"/>
          </a:xfrm>
        </p:spPr>
        <p:txBody>
          <a:bodyPr>
            <a:normAutofit/>
          </a:bodyPr>
          <a:lstStyle>
            <a:lvl1pPr>
              <a:defRPr sz="1800" cap="none" baseline="0"/>
            </a:lvl1pPr>
            <a:lvl2pPr>
              <a:defRPr sz="1800" cap="none" baseline="0"/>
            </a:lvl2pPr>
            <a:lvl3pPr>
              <a:defRPr sz="1800" cap="none" baseline="0"/>
            </a:lvl3pPr>
            <a:lvl4pPr>
              <a:defRPr sz="1800" cap="none" baseline="0"/>
            </a:lvl4pPr>
            <a:lvl5pPr>
              <a:defRPr sz="1800" cap="none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A85FA79-71DD-8A90-BE79-ADC74726073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2124" y="3882893"/>
            <a:ext cx="4572000" cy="2517907"/>
          </a:xfrm>
          <a:prstGeom prst="roundRect">
            <a:avLst>
              <a:gd name="adj" fmla="val 15711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228600" tIns="0" rIns="0" bIns="0" anchor="ctr" anchorCtr="0">
            <a:noAutofit/>
          </a:bodyPr>
          <a:lstStyle>
            <a:lvl1pPr marL="365760"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42345" y="457200"/>
            <a:ext cx="5490797" cy="2285999"/>
          </a:xfrm>
        </p:spPr>
        <p:txBody>
          <a:bodyPr lIns="0" tIns="0" rIns="0" bIns="0" anchor="t" anchorCtr="0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FC24187-20DB-C6E6-5614-050D115326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6CC7DD9-B902-41D1-40BC-0599B05359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5975017-D6DD-8609-9E50-C09BCD144848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1279525" y="538163"/>
            <a:ext cx="4629150" cy="58626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CD1CF42-3B6F-D19D-30A8-3D03C0DDC7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99200" y="2743200"/>
            <a:ext cx="5490797" cy="3657599"/>
          </a:xfrm>
          <a:prstGeom prst="roundRect">
            <a:avLst>
              <a:gd name="adj" fmla="val 9600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182880" tIns="182880" rIns="182880" bIns="182880" anchor="ctr" anchorCtr="0">
            <a:noAutofit/>
          </a:bodyPr>
          <a:lstStyle>
            <a:lvl1pPr marL="365760"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marL="365760" indent="0">
              <a:lnSpc>
                <a:spcPct val="110000"/>
              </a:lnSpc>
              <a:spcBef>
                <a:spcPts val="0"/>
              </a:spcBef>
              <a:buClr>
                <a:schemeClr val="accent3">
                  <a:lumMod val="60000"/>
                  <a:lumOff val="40000"/>
                </a:schemeClr>
              </a:buClr>
              <a:buNone/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all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marL="1143000" indent="0">
              <a:lnSpc>
                <a:spcPct val="110000"/>
              </a:lnSpc>
              <a:spcBef>
                <a:spcPts val="0"/>
              </a:spcBef>
              <a:buClr>
                <a:schemeClr val="accent3">
                  <a:lumMod val="60000"/>
                  <a:lumOff val="40000"/>
                </a:schemeClr>
              </a:buClr>
              <a:buNone/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8452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60" y="457200"/>
            <a:ext cx="10073640" cy="1270000"/>
          </a:xfrm>
        </p:spPr>
        <p:txBody>
          <a:bodyPr lIns="0" tIns="0" rIns="0" bIns="0" anchor="t" anchorCtr="0"/>
          <a:lstStyle>
            <a:lvl1pPr>
              <a:defRPr sz="6600">
                <a:latin typeface="Avenir" panose="02000503020000020003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" panose="02000503020000020003" pitchFamily="2" charset="0"/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" panose="02000503020000020003" pitchFamily="2" charset="0"/>
              </a:defRPr>
            </a:lvl1pPr>
          </a:lstStyle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55E02A48-B953-ED21-27AE-15897A7D594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79525" y="1825625"/>
            <a:ext cx="10074275" cy="4575175"/>
          </a:xfrm>
        </p:spPr>
        <p:txBody>
          <a:bodyPr/>
          <a:lstStyle>
            <a:lvl1pPr>
              <a:defRPr>
                <a:latin typeface="Avenir" panose="02000503020000020003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62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60" y="457200"/>
            <a:ext cx="10073640" cy="1270000"/>
          </a:xfrm>
        </p:spPr>
        <p:txBody>
          <a:bodyPr lIns="0" tIns="0" rIns="0" bIns="0" anchor="t" anchorCtr="0"/>
          <a:lstStyle>
            <a:lvl1pPr>
              <a:defRPr sz="6600">
                <a:latin typeface="Avenir" panose="02000503020000020003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" panose="02000503020000020003" pitchFamily="2" charset="0"/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" panose="02000503020000020003" pitchFamily="2" charset="0"/>
              </a:defRPr>
            </a:lvl1pPr>
          </a:lstStyle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55E02A48-B953-ED21-27AE-15897A7D594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79525" y="1825625"/>
            <a:ext cx="10074275" cy="4575175"/>
          </a:xfrm>
        </p:spPr>
        <p:txBody>
          <a:bodyPr/>
          <a:lstStyle>
            <a:lvl1pPr>
              <a:defRPr>
                <a:latin typeface="Avenir" panose="02000503020000020003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385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4843272" cy="2358408"/>
          </a:xfrm>
        </p:spPr>
        <p:txBody>
          <a:bodyPr/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DF7D353-331B-4008-C6A7-86D25BE475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7757" y="2739408"/>
            <a:ext cx="4564403" cy="3657600"/>
          </a:xfrm>
          <a:prstGeom prst="roundRect">
            <a:avLst>
              <a:gd name="adj" fmla="val 11906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182880" tIns="182880" rIns="182880" bIns="182880" anchor="ctr" anchorCtr="0">
            <a:noAutofit/>
          </a:bodyPr>
          <a:lstStyle>
            <a:lvl1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E28E8F6-433C-B365-7783-5C6DDE2D1CA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04222" y="460992"/>
            <a:ext cx="5381682" cy="5914687"/>
          </a:xfrm>
          <a:prstGeom prst="roundRect">
            <a:avLst>
              <a:gd name="adj" fmla="val 7753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182880" tIns="182880" rIns="182880" bIns="182880" anchor="t" anchorCtr="0">
            <a:noAutofit/>
          </a:bodyPr>
          <a:lstStyle>
            <a:lvl1pPr marL="365760"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401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3">
            <a:extLst>
              <a:ext uri="{FF2B5EF4-FFF2-40B4-BE49-F238E27FC236}">
                <a16:creationId xmlns:a16="http://schemas.microsoft.com/office/drawing/2014/main" id="{35F4923C-22B6-A98A-B649-7AB69C5BA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985446">
            <a:off x="5613841" y="3865662"/>
            <a:ext cx="589384" cy="914400"/>
          </a:xfrm>
          <a:custGeom>
            <a:avLst/>
            <a:gdLst>
              <a:gd name="connsiteX0" fmla="*/ 688633 w 775111"/>
              <a:gd name="connsiteY0" fmla="*/ 614160 h 1202547"/>
              <a:gd name="connsiteX1" fmla="*/ 422295 w 775111"/>
              <a:gd name="connsiteY1" fmla="*/ 790934 h 1202547"/>
              <a:gd name="connsiteX2" fmla="*/ 434065 w 775111"/>
              <a:gd name="connsiteY2" fmla="*/ 627551 h 1202547"/>
              <a:gd name="connsiteX3" fmla="*/ 432291 w 775111"/>
              <a:gd name="connsiteY3" fmla="*/ 598155 h 1202547"/>
              <a:gd name="connsiteX4" fmla="*/ 653033 w 775111"/>
              <a:gd name="connsiteY4" fmla="*/ 522868 h 1202547"/>
              <a:gd name="connsiteX5" fmla="*/ 775111 w 775111"/>
              <a:gd name="connsiteY5" fmla="*/ 340522 h 1202547"/>
              <a:gd name="connsiteX6" fmla="*/ 753899 w 775111"/>
              <a:gd name="connsiteY6" fmla="*/ 286973 h 1202547"/>
              <a:gd name="connsiteX7" fmla="*/ 706962 w 775111"/>
              <a:gd name="connsiteY7" fmla="*/ 291854 h 1202547"/>
              <a:gd name="connsiteX8" fmla="*/ 559361 w 775111"/>
              <a:gd name="connsiteY8" fmla="*/ 395773 h 1202547"/>
              <a:gd name="connsiteX9" fmla="*/ 431596 w 775111"/>
              <a:gd name="connsiteY9" fmla="*/ 586634 h 1202547"/>
              <a:gd name="connsiteX10" fmla="*/ 415886 w 775111"/>
              <a:gd name="connsiteY10" fmla="*/ 326230 h 1202547"/>
              <a:gd name="connsiteX11" fmla="*/ 505124 w 775111"/>
              <a:gd name="connsiteY11" fmla="*/ 279222 h 1202547"/>
              <a:gd name="connsiteX12" fmla="*/ 650865 w 775111"/>
              <a:gd name="connsiteY12" fmla="*/ 142733 h 1202547"/>
              <a:gd name="connsiteX13" fmla="*/ 648013 w 775111"/>
              <a:gd name="connsiteY13" fmla="*/ 43638 h 1202547"/>
              <a:gd name="connsiteX14" fmla="*/ 561028 w 775111"/>
              <a:gd name="connsiteY14" fmla="*/ 8081 h 1202547"/>
              <a:gd name="connsiteX15" fmla="*/ 446920 w 775111"/>
              <a:gd name="connsiteY15" fmla="*/ 106919 h 1202547"/>
              <a:gd name="connsiteX16" fmla="*/ 375556 w 775111"/>
              <a:gd name="connsiteY16" fmla="*/ 306530 h 1202547"/>
              <a:gd name="connsiteX17" fmla="*/ 266719 w 775111"/>
              <a:gd name="connsiteY17" fmla="*/ 50476 h 1202547"/>
              <a:gd name="connsiteX18" fmla="*/ 142006 w 775111"/>
              <a:gd name="connsiteY18" fmla="*/ 2343 h 1202547"/>
              <a:gd name="connsiteX19" fmla="*/ 94252 w 775111"/>
              <a:gd name="connsiteY19" fmla="*/ 72387 h 1202547"/>
              <a:gd name="connsiteX20" fmla="*/ 160383 w 775111"/>
              <a:gd name="connsiteY20" fmla="*/ 187916 h 1202547"/>
              <a:gd name="connsiteX21" fmla="*/ 347098 w 775111"/>
              <a:gd name="connsiteY21" fmla="*/ 321457 h 1202547"/>
              <a:gd name="connsiteX22" fmla="*/ 365791 w 775111"/>
              <a:gd name="connsiteY22" fmla="*/ 587571 h 1202547"/>
              <a:gd name="connsiteX23" fmla="*/ 213157 w 775111"/>
              <a:gd name="connsiteY23" fmla="*/ 371515 h 1202547"/>
              <a:gd name="connsiteX24" fmla="*/ 134428 w 775111"/>
              <a:gd name="connsiteY24" fmla="*/ 338284 h 1202547"/>
              <a:gd name="connsiteX25" fmla="*/ 15913 w 775111"/>
              <a:gd name="connsiteY25" fmla="*/ 360828 h 1202547"/>
              <a:gd name="connsiteX26" fmla="*/ 4495 w 775111"/>
              <a:gd name="connsiteY26" fmla="*/ 427319 h 1202547"/>
              <a:gd name="connsiteX27" fmla="*/ 367374 w 775111"/>
              <a:gd name="connsiteY27" fmla="*/ 610741 h 1202547"/>
              <a:gd name="connsiteX28" fmla="*/ 368561 w 775111"/>
              <a:gd name="connsiteY28" fmla="*/ 628825 h 1202547"/>
              <a:gd name="connsiteX29" fmla="*/ 367788 w 775111"/>
              <a:gd name="connsiteY29" fmla="*/ 774822 h 1202547"/>
              <a:gd name="connsiteX30" fmla="*/ 364001 w 775111"/>
              <a:gd name="connsiteY30" fmla="*/ 790027 h 1202547"/>
              <a:gd name="connsiteX31" fmla="*/ 204562 w 775111"/>
              <a:gd name="connsiteY31" fmla="*/ 669543 h 1202547"/>
              <a:gd name="connsiteX32" fmla="*/ 99599 w 775111"/>
              <a:gd name="connsiteY32" fmla="*/ 643413 h 1202547"/>
              <a:gd name="connsiteX33" fmla="*/ 38341 w 775111"/>
              <a:gd name="connsiteY33" fmla="*/ 659663 h 1202547"/>
              <a:gd name="connsiteX34" fmla="*/ 49173 w 775111"/>
              <a:gd name="connsiteY34" fmla="*/ 749925 h 1202547"/>
              <a:gd name="connsiteX35" fmla="*/ 360326 w 775111"/>
              <a:gd name="connsiteY35" fmla="*/ 804865 h 1202547"/>
              <a:gd name="connsiteX36" fmla="*/ 313534 w 775111"/>
              <a:gd name="connsiteY36" fmla="*/ 1000121 h 1202547"/>
              <a:gd name="connsiteX37" fmla="*/ 153574 w 775111"/>
              <a:gd name="connsiteY37" fmla="*/ 895805 h 1202547"/>
              <a:gd name="connsiteX38" fmla="*/ 100486 w 775111"/>
              <a:gd name="connsiteY38" fmla="*/ 893171 h 1202547"/>
              <a:gd name="connsiteX39" fmla="*/ 79835 w 775111"/>
              <a:gd name="connsiteY39" fmla="*/ 983290 h 1202547"/>
              <a:gd name="connsiteX40" fmla="*/ 84107 w 775111"/>
              <a:gd name="connsiteY40" fmla="*/ 985685 h 1202547"/>
              <a:gd name="connsiteX41" fmla="*/ 220927 w 775111"/>
              <a:gd name="connsiteY41" fmla="*/ 1018771 h 1202547"/>
              <a:gd name="connsiteX42" fmla="*/ 310049 w 775111"/>
              <a:gd name="connsiteY42" fmla="*/ 1015306 h 1202547"/>
              <a:gd name="connsiteX43" fmla="*/ 276672 w 775111"/>
              <a:gd name="connsiteY43" fmla="*/ 1202541 h 1202547"/>
              <a:gd name="connsiteX44" fmla="*/ 393159 w 775111"/>
              <a:gd name="connsiteY44" fmla="*/ 1202546 h 1202547"/>
              <a:gd name="connsiteX45" fmla="*/ 406163 w 775111"/>
              <a:gd name="connsiteY45" fmla="*/ 1014883 h 1202547"/>
              <a:gd name="connsiteX46" fmla="*/ 641984 w 775111"/>
              <a:gd name="connsiteY46" fmla="*/ 985685 h 1202547"/>
              <a:gd name="connsiteX47" fmla="*/ 646260 w 775111"/>
              <a:gd name="connsiteY47" fmla="*/ 983290 h 1202547"/>
              <a:gd name="connsiteX48" fmla="*/ 625605 w 775111"/>
              <a:gd name="connsiteY48" fmla="*/ 893171 h 1202547"/>
              <a:gd name="connsiteX49" fmla="*/ 572518 w 775111"/>
              <a:gd name="connsiteY49" fmla="*/ 895805 h 1202547"/>
              <a:gd name="connsiteX50" fmla="*/ 406884 w 775111"/>
              <a:gd name="connsiteY50" fmla="*/ 1004870 h 1202547"/>
              <a:gd name="connsiteX51" fmla="*/ 421397 w 775111"/>
              <a:gd name="connsiteY51" fmla="*/ 803403 h 1202547"/>
              <a:gd name="connsiteX52" fmla="*/ 606364 w 775111"/>
              <a:gd name="connsiteY52" fmla="*/ 793201 h 1202547"/>
              <a:gd name="connsiteX53" fmla="*/ 761767 w 775111"/>
              <a:gd name="connsiteY53" fmla="*/ 722715 h 1202547"/>
              <a:gd name="connsiteX54" fmla="*/ 688633 w 775111"/>
              <a:gd name="connsiteY54" fmla="*/ 614160 h 1202547"/>
              <a:gd name="connsiteX55" fmla="*/ 688633 w 775111"/>
              <a:gd name="connsiteY55" fmla="*/ 614160 h 1202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75111" h="1202547">
                <a:moveTo>
                  <a:pt x="688633" y="614160"/>
                </a:moveTo>
                <a:cubicBezTo>
                  <a:pt x="589814" y="619072"/>
                  <a:pt x="462599" y="744763"/>
                  <a:pt x="422295" y="790934"/>
                </a:cubicBezTo>
                <a:lnTo>
                  <a:pt x="434065" y="627551"/>
                </a:lnTo>
                <a:lnTo>
                  <a:pt x="432291" y="598155"/>
                </a:lnTo>
                <a:cubicBezTo>
                  <a:pt x="465796" y="587469"/>
                  <a:pt x="603072" y="543413"/>
                  <a:pt x="653033" y="522868"/>
                </a:cubicBezTo>
                <a:cubicBezTo>
                  <a:pt x="710128" y="499398"/>
                  <a:pt x="774867" y="400385"/>
                  <a:pt x="775111" y="340522"/>
                </a:cubicBezTo>
                <a:cubicBezTo>
                  <a:pt x="775237" y="308322"/>
                  <a:pt x="764163" y="293653"/>
                  <a:pt x="753899" y="286973"/>
                </a:cubicBezTo>
                <a:cubicBezTo>
                  <a:pt x="745079" y="281234"/>
                  <a:pt x="734947" y="280762"/>
                  <a:pt x="706962" y="291854"/>
                </a:cubicBezTo>
                <a:cubicBezTo>
                  <a:pt x="672244" y="306096"/>
                  <a:pt x="612885" y="336852"/>
                  <a:pt x="559361" y="395773"/>
                </a:cubicBezTo>
                <a:cubicBezTo>
                  <a:pt x="494622" y="467036"/>
                  <a:pt x="448223" y="553487"/>
                  <a:pt x="431596" y="586634"/>
                </a:cubicBezTo>
                <a:lnTo>
                  <a:pt x="415886" y="326230"/>
                </a:lnTo>
                <a:cubicBezTo>
                  <a:pt x="448491" y="308610"/>
                  <a:pt x="487236" y="287904"/>
                  <a:pt x="505124" y="279222"/>
                </a:cubicBezTo>
                <a:cubicBezTo>
                  <a:pt x="539011" y="262772"/>
                  <a:pt x="614789" y="200079"/>
                  <a:pt x="650865" y="142733"/>
                </a:cubicBezTo>
                <a:cubicBezTo>
                  <a:pt x="670258" y="111900"/>
                  <a:pt x="660855" y="73008"/>
                  <a:pt x="648013" y="43638"/>
                </a:cubicBezTo>
                <a:cubicBezTo>
                  <a:pt x="636969" y="18383"/>
                  <a:pt x="611502" y="0"/>
                  <a:pt x="561028" y="8081"/>
                </a:cubicBezTo>
                <a:cubicBezTo>
                  <a:pt x="536868" y="14946"/>
                  <a:pt x="483654" y="26614"/>
                  <a:pt x="446920" y="106919"/>
                </a:cubicBezTo>
                <a:cubicBezTo>
                  <a:pt x="417222" y="166895"/>
                  <a:pt x="390645" y="253065"/>
                  <a:pt x="375556" y="306530"/>
                </a:cubicBezTo>
                <a:cubicBezTo>
                  <a:pt x="367470" y="244477"/>
                  <a:pt x="342339" y="120846"/>
                  <a:pt x="266719" y="50476"/>
                </a:cubicBezTo>
                <a:cubicBezTo>
                  <a:pt x="213389" y="849"/>
                  <a:pt x="170811" y="-4346"/>
                  <a:pt x="142006" y="2343"/>
                </a:cubicBezTo>
                <a:cubicBezTo>
                  <a:pt x="114719" y="8681"/>
                  <a:pt x="94672" y="22438"/>
                  <a:pt x="94252" y="72387"/>
                </a:cubicBezTo>
                <a:cubicBezTo>
                  <a:pt x="95747" y="105616"/>
                  <a:pt x="109010" y="150770"/>
                  <a:pt x="160383" y="187916"/>
                </a:cubicBezTo>
                <a:cubicBezTo>
                  <a:pt x="203200" y="218876"/>
                  <a:pt x="297409" y="286057"/>
                  <a:pt x="347098" y="321457"/>
                </a:cubicBezTo>
                <a:cubicBezTo>
                  <a:pt x="350491" y="369359"/>
                  <a:pt x="360722" y="513971"/>
                  <a:pt x="365791" y="587571"/>
                </a:cubicBezTo>
                <a:cubicBezTo>
                  <a:pt x="336430" y="533176"/>
                  <a:pt x="264993" y="407542"/>
                  <a:pt x="213157" y="371515"/>
                </a:cubicBezTo>
                <a:cubicBezTo>
                  <a:pt x="189223" y="354880"/>
                  <a:pt x="160908" y="344612"/>
                  <a:pt x="134428" y="338284"/>
                </a:cubicBezTo>
                <a:cubicBezTo>
                  <a:pt x="87043" y="326959"/>
                  <a:pt x="46786" y="326081"/>
                  <a:pt x="15913" y="360828"/>
                </a:cubicBezTo>
                <a:cubicBezTo>
                  <a:pt x="3472" y="379252"/>
                  <a:pt x="-5958" y="403346"/>
                  <a:pt x="4495" y="427319"/>
                </a:cubicBezTo>
                <a:cubicBezTo>
                  <a:pt x="54369" y="541701"/>
                  <a:pt x="309232" y="599036"/>
                  <a:pt x="367374" y="610741"/>
                </a:cubicBezTo>
                <a:cubicBezTo>
                  <a:pt x="367946" y="619209"/>
                  <a:pt x="368358" y="625472"/>
                  <a:pt x="368561" y="628825"/>
                </a:cubicBezTo>
                <a:cubicBezTo>
                  <a:pt x="370482" y="660662"/>
                  <a:pt x="367788" y="774822"/>
                  <a:pt x="367788" y="774822"/>
                </a:cubicBezTo>
                <a:cubicBezTo>
                  <a:pt x="367788" y="774822"/>
                  <a:pt x="366408" y="780330"/>
                  <a:pt x="364001" y="790027"/>
                </a:cubicBezTo>
                <a:cubicBezTo>
                  <a:pt x="329186" y="758093"/>
                  <a:pt x="243707" y="682180"/>
                  <a:pt x="204562" y="669543"/>
                </a:cubicBezTo>
                <a:cubicBezTo>
                  <a:pt x="172915" y="659327"/>
                  <a:pt x="131452" y="648478"/>
                  <a:pt x="99599" y="643413"/>
                </a:cubicBezTo>
                <a:cubicBezTo>
                  <a:pt x="81325" y="640509"/>
                  <a:pt x="55686" y="634766"/>
                  <a:pt x="38341" y="659663"/>
                </a:cubicBezTo>
                <a:cubicBezTo>
                  <a:pt x="22688" y="684519"/>
                  <a:pt x="14697" y="728193"/>
                  <a:pt x="49173" y="749925"/>
                </a:cubicBezTo>
                <a:cubicBezTo>
                  <a:pt x="91636" y="776697"/>
                  <a:pt x="292127" y="803377"/>
                  <a:pt x="360326" y="804865"/>
                </a:cubicBezTo>
                <a:cubicBezTo>
                  <a:pt x="350120" y="846180"/>
                  <a:pt x="331066" y="924096"/>
                  <a:pt x="313534" y="1000121"/>
                </a:cubicBezTo>
                <a:cubicBezTo>
                  <a:pt x="278443" y="970898"/>
                  <a:pt x="197109" y="906134"/>
                  <a:pt x="153574" y="895805"/>
                </a:cubicBezTo>
                <a:cubicBezTo>
                  <a:pt x="134361" y="891245"/>
                  <a:pt x="116152" y="891219"/>
                  <a:pt x="100486" y="893171"/>
                </a:cubicBezTo>
                <a:cubicBezTo>
                  <a:pt x="55677" y="898745"/>
                  <a:pt x="41311" y="959540"/>
                  <a:pt x="79835" y="983290"/>
                </a:cubicBezTo>
                <a:cubicBezTo>
                  <a:pt x="81199" y="984131"/>
                  <a:pt x="82622" y="984931"/>
                  <a:pt x="84107" y="985685"/>
                </a:cubicBezTo>
                <a:cubicBezTo>
                  <a:pt x="125680" y="1006832"/>
                  <a:pt x="194112" y="1019484"/>
                  <a:pt x="220927" y="1018771"/>
                </a:cubicBezTo>
                <a:cubicBezTo>
                  <a:pt x="239281" y="1018276"/>
                  <a:pt x="283785" y="1016427"/>
                  <a:pt x="310049" y="1015306"/>
                </a:cubicBezTo>
                <a:cubicBezTo>
                  <a:pt x="287686" y="1113140"/>
                  <a:pt x="269049" y="1203433"/>
                  <a:pt x="276672" y="1202541"/>
                </a:cubicBezTo>
                <a:cubicBezTo>
                  <a:pt x="294363" y="1201807"/>
                  <a:pt x="393159" y="1202546"/>
                  <a:pt x="393159" y="1202546"/>
                </a:cubicBezTo>
                <a:lnTo>
                  <a:pt x="406163" y="1014883"/>
                </a:lnTo>
                <a:cubicBezTo>
                  <a:pt x="501071" y="1033843"/>
                  <a:pt x="600412" y="1006832"/>
                  <a:pt x="641984" y="985685"/>
                </a:cubicBezTo>
                <a:cubicBezTo>
                  <a:pt x="643468" y="984931"/>
                  <a:pt x="644892" y="984131"/>
                  <a:pt x="646260" y="983290"/>
                </a:cubicBezTo>
                <a:cubicBezTo>
                  <a:pt x="684782" y="959540"/>
                  <a:pt x="670415" y="898745"/>
                  <a:pt x="625605" y="893171"/>
                </a:cubicBezTo>
                <a:cubicBezTo>
                  <a:pt x="609941" y="891219"/>
                  <a:pt x="591729" y="891245"/>
                  <a:pt x="572518" y="895805"/>
                </a:cubicBezTo>
                <a:cubicBezTo>
                  <a:pt x="526447" y="906735"/>
                  <a:pt x="438009" y="978654"/>
                  <a:pt x="406884" y="1004870"/>
                </a:cubicBezTo>
                <a:lnTo>
                  <a:pt x="421397" y="803403"/>
                </a:lnTo>
                <a:cubicBezTo>
                  <a:pt x="454162" y="802888"/>
                  <a:pt x="562832" y="800646"/>
                  <a:pt x="606364" y="793201"/>
                </a:cubicBezTo>
                <a:cubicBezTo>
                  <a:pt x="690396" y="778832"/>
                  <a:pt x="730407" y="763601"/>
                  <a:pt x="761767" y="722715"/>
                </a:cubicBezTo>
                <a:cubicBezTo>
                  <a:pt x="783115" y="694873"/>
                  <a:pt x="744947" y="611357"/>
                  <a:pt x="688633" y="614160"/>
                </a:cubicBezTo>
                <a:lnTo>
                  <a:pt x="688633" y="61416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15280" y="457200"/>
            <a:ext cx="6482080" cy="3891280"/>
          </a:xfrm>
        </p:spPr>
        <p:txBody>
          <a:bodyPr lIns="0" tIns="0" rIns="0" bIns="0" anchor="t" anchorCtr="0">
            <a:noAutofit/>
          </a:bodyPr>
          <a:lstStyle>
            <a:lvl1pPr algn="l">
              <a:defRPr sz="5400" b="0" i="0" spc="200" baseline="0">
                <a:solidFill>
                  <a:schemeClr val="accent3">
                    <a:lumMod val="75000"/>
                  </a:schemeClr>
                </a:solidFill>
                <a:latin typeface="+mj-lt"/>
                <a:ea typeface="Batang" panose="02030600000101010101" pitchFamily="18" charset="-12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12022" y="4419600"/>
            <a:ext cx="6482079" cy="1996696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4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 i="0" cap="none" spc="0" baseline="0">
                <a:solidFill>
                  <a:schemeClr val="accent3">
                    <a:lumMod val="75000"/>
                  </a:schemeClr>
                </a:solidFill>
                <a:latin typeface="+mn-lt"/>
                <a:ea typeface="Batang" panose="0203060000010101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4FA5E09-BD6C-1A5B-0586-4CC9CBCFCE4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457200" y="441754"/>
            <a:ext cx="4572000" cy="5943600"/>
          </a:xfrm>
          <a:prstGeom prst="roundRect">
            <a:avLst>
              <a:gd name="adj" fmla="val 9214"/>
            </a:avLst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28969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968ADEB-E836-6F57-BA32-6E6A343A3F49}"/>
              </a:ext>
            </a:extLst>
          </p:cNvPr>
          <p:cNvSpPr/>
          <p:nvPr userDrawn="1"/>
        </p:nvSpPr>
        <p:spPr>
          <a:xfrm>
            <a:off x="303973" y="457199"/>
            <a:ext cx="540623" cy="5943601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none" baseline="0" dirty="0">
              <a:latin typeface="Avenir" panose="02000503020000020003" pitchFamily="2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1566007" y="3745750"/>
            <a:ext cx="4283095" cy="540629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l">
              <a:defRPr sz="1400" b="0" i="0" cap="none" spc="100" baseline="0">
                <a:solidFill>
                  <a:schemeClr val="tx1"/>
                </a:solidFill>
                <a:latin typeface="Avenir" panose="02000503020000020003" pitchFamily="2" charset="0"/>
                <a:ea typeface="Batang" panose="02030600000101010101" pitchFamily="18" charset="-127"/>
              </a:defRPr>
            </a:lvl1pPr>
          </a:lstStyle>
          <a:p>
            <a:r>
              <a:rPr lang="en-US" dirty="0"/>
              <a:t>www.3aayaam.in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0160" y="456527"/>
            <a:ext cx="10232020" cy="1417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204714"/>
            <a:ext cx="10232020" cy="4196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3973" y="624840"/>
            <a:ext cx="540623" cy="518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 b="1" i="0" cap="none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78" r:id="rId4"/>
    <p:sldLayoutId id="2147483653" r:id="rId5"/>
    <p:sldLayoutId id="2147483654" r:id="rId6"/>
    <p:sldLayoutId id="2147483666" r:id="rId7"/>
    <p:sldLayoutId id="2147483662" r:id="rId8"/>
    <p:sldLayoutId id="2147483681" r:id="rId9"/>
    <p:sldLayoutId id="2147483680" r:id="rId10"/>
    <p:sldLayoutId id="2147483667" r:id="rId11"/>
    <p:sldLayoutId id="2147483655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 cap="none" spc="0" baseline="0">
          <a:solidFill>
            <a:schemeClr val="accent3">
              <a:lumMod val="75000"/>
            </a:schemeClr>
          </a:solidFill>
          <a:latin typeface="Avenir" panose="02000503020000020003" pitchFamily="2" charset="0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accent3">
            <a:lumMod val="60000"/>
            <a:lumOff val="40000"/>
          </a:schemeClr>
        </a:buClr>
        <a:buFont typeface="Arial" panose="020B0604020202020204" pitchFamily="34" charset="0"/>
        <a:buChar char="•"/>
        <a:defRPr sz="2400" b="0" i="0" kern="1200" cap="none" spc="0" baseline="0">
          <a:solidFill>
            <a:schemeClr val="accent3">
              <a:lumMod val="75000"/>
            </a:schemeClr>
          </a:solidFill>
          <a:latin typeface="Avenir" panose="02000503020000020003" pitchFamily="2" charset="0"/>
          <a:ea typeface="Batang" panose="02030600000101010101" pitchFamily="18" charset="-127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accent3">
            <a:lumMod val="60000"/>
            <a:lumOff val="40000"/>
          </a:schemeClr>
        </a:buClr>
        <a:buFont typeface="Arial" panose="020B0604020202020204" pitchFamily="34" charset="0"/>
        <a:buChar char="•"/>
        <a:defRPr sz="2400" b="0" i="0" kern="1200" cap="none" spc="0" baseline="0">
          <a:solidFill>
            <a:schemeClr val="accent3">
              <a:lumMod val="75000"/>
            </a:schemeClr>
          </a:solidFill>
          <a:latin typeface="Avenir" panose="02000503020000020003" pitchFamily="2" charset="0"/>
          <a:ea typeface="Batang" panose="02030600000101010101" pitchFamily="18" charset="-127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accent3">
            <a:lumMod val="60000"/>
            <a:lumOff val="40000"/>
          </a:schemeClr>
        </a:buClr>
        <a:buFont typeface="Arial" panose="020B0604020202020204" pitchFamily="34" charset="0"/>
        <a:buChar char="•"/>
        <a:defRPr sz="2400" b="0" i="0" kern="1200" cap="none" spc="0" baseline="0">
          <a:solidFill>
            <a:schemeClr val="accent3">
              <a:lumMod val="75000"/>
            </a:schemeClr>
          </a:solidFill>
          <a:latin typeface="Avenir" panose="02000503020000020003" pitchFamily="2" charset="0"/>
          <a:ea typeface="Batang" panose="02030600000101010101" pitchFamily="18" charset="-127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accent3">
            <a:lumMod val="60000"/>
            <a:lumOff val="40000"/>
          </a:schemeClr>
        </a:buClr>
        <a:buFont typeface="Arial" panose="020B0604020202020204" pitchFamily="34" charset="0"/>
        <a:buChar char="•"/>
        <a:defRPr sz="2400" b="0" i="0" kern="1200" cap="none" spc="0" baseline="0">
          <a:solidFill>
            <a:schemeClr val="accent3">
              <a:lumMod val="75000"/>
            </a:schemeClr>
          </a:solidFill>
          <a:latin typeface="Avenir" panose="02000503020000020003" pitchFamily="2" charset="0"/>
          <a:ea typeface="Batang" panose="02030600000101010101" pitchFamily="18" charset="-127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accent3">
            <a:lumMod val="60000"/>
            <a:lumOff val="40000"/>
          </a:schemeClr>
        </a:buClr>
        <a:buFont typeface="Arial" panose="020B0604020202020204" pitchFamily="34" charset="0"/>
        <a:buChar char="•"/>
        <a:defRPr sz="2400" b="0" i="0" kern="1200" cap="none" spc="0" baseline="0">
          <a:solidFill>
            <a:schemeClr val="accent3">
              <a:lumMod val="75000"/>
            </a:schemeClr>
          </a:solidFill>
          <a:latin typeface="Avenir" panose="02000503020000020003" pitchFamily="2" charset="0"/>
          <a:ea typeface="Batang" panose="0203060000010101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EC82CC-EC0B-CD40-9A3A-FA89F9F65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753" y="1249677"/>
            <a:ext cx="6421121" cy="4358641"/>
          </a:xfrm>
        </p:spPr>
        <p:txBody>
          <a:bodyPr anchor="ctr"/>
          <a:lstStyle/>
          <a:p>
            <a:r>
              <a:rPr lang="en-US" sz="8800" dirty="0">
                <a:solidFill>
                  <a:srgbClr val="FF9300"/>
                </a:solidFill>
                <a:latin typeface="Avenir" panose="02000503020000020003" pitchFamily="2" charset="0"/>
              </a:rPr>
              <a:t>Project 5</a:t>
            </a:r>
            <a:br>
              <a:rPr lang="en-US" sz="8000" dirty="0">
                <a:solidFill>
                  <a:schemeClr val="tx1"/>
                </a:solidFill>
                <a:latin typeface="Avenir" panose="02000503020000020003" pitchFamily="2" charset="0"/>
              </a:rPr>
            </a:br>
            <a:r>
              <a:rPr lang="en-US" sz="6600" dirty="0">
                <a:solidFill>
                  <a:schemeClr val="tx1"/>
                </a:solidFill>
                <a:latin typeface="Avenir" panose="02000503020000020003" pitchFamily="2" charset="0"/>
              </a:rPr>
              <a:t>Performance Tuning</a:t>
            </a:r>
            <a:endParaRPr lang="en-US" sz="8000" dirty="0">
              <a:solidFill>
                <a:schemeClr val="tx1"/>
              </a:solidFill>
              <a:latin typeface="Avenir" panose="02000503020000020003" pitchFamily="2" charset="0"/>
            </a:endParaRPr>
          </a:p>
        </p:txBody>
      </p:sp>
      <p:pic>
        <p:nvPicPr>
          <p:cNvPr id="19" name="Picture 18" descr="A stethoscope and a white cylinder&#10;&#10;AI-generated content may be incorrect.">
            <a:extLst>
              <a:ext uri="{FF2B5EF4-FFF2-40B4-BE49-F238E27FC236}">
                <a16:creationId xmlns:a16="http://schemas.microsoft.com/office/drawing/2014/main" id="{470DA303-A46A-5977-55B5-879D52287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935" y="1496852"/>
            <a:ext cx="4590312" cy="386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01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1790B-5442-CE48-A9B7-42E7F125A07F}"/>
              </a:ext>
            </a:extLst>
          </p:cNvPr>
          <p:cNvSpPr txBox="1">
            <a:spLocks/>
          </p:cNvSpPr>
          <p:nvPr/>
        </p:nvSpPr>
        <p:spPr>
          <a:xfrm>
            <a:off x="739537" y="457200"/>
            <a:ext cx="10614263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b="1" dirty="0">
                <a:solidFill>
                  <a:srgbClr val="FF9300"/>
                </a:solidFill>
              </a:rPr>
              <a:t>Source Dataset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AF94F-6CB3-2748-947E-91382D24F7FB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25568FC-346A-7F45-8414-478BF801A765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B81FF0-9797-664F-9902-DBFEAE622794}"/>
              </a:ext>
            </a:extLst>
          </p:cNvPr>
          <p:cNvSpPr txBox="1"/>
          <p:nvPr/>
        </p:nvSpPr>
        <p:spPr>
          <a:xfrm>
            <a:off x="920292" y="1588977"/>
            <a:ext cx="334336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2F92"/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Orders Management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Format – CSV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Total Data Size – 105 GB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Total no. of files – 39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Total queries – 18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3">
                  <a:lumMod val="75000"/>
                </a:schemeClr>
              </a:solidFill>
              <a:latin typeface="Avenir" panose="02000503020000020003" pitchFamily="2" charset="0"/>
              <a:ea typeface="Batang" panose="02030600000101010101" pitchFamily="18" charset="-127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65F414-32EA-3AF4-4EBD-5E826545A049}"/>
              </a:ext>
            </a:extLst>
          </p:cNvPr>
          <p:cNvSpPr/>
          <p:nvPr/>
        </p:nvSpPr>
        <p:spPr>
          <a:xfrm>
            <a:off x="4024998" y="2753833"/>
            <a:ext cx="2941105" cy="31899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order_id</a:t>
            </a:r>
            <a:b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order_date</a:t>
            </a:r>
            <a:b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customer_id</a:t>
            </a:r>
            <a:b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total_order_amount</a:t>
            </a:r>
            <a:b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order_discount_pct</a:t>
            </a:r>
            <a:b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final_order_amount</a:t>
            </a:r>
            <a:b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customer_name</a:t>
            </a:r>
            <a:b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customer_country</a:t>
            </a:r>
            <a:b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customer_city</a:t>
            </a:r>
            <a:b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customer_state</a:t>
            </a:r>
            <a:b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customer_credit_rating</a:t>
            </a:r>
            <a:b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customer_premium_flag</a:t>
            </a:r>
            <a:endParaRPr lang="en-IN" sz="1600" b="1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A1BD24-906E-A86D-88C6-50D05F31812A}"/>
              </a:ext>
            </a:extLst>
          </p:cNvPr>
          <p:cNvSpPr txBox="1"/>
          <p:nvPr/>
        </p:nvSpPr>
        <p:spPr>
          <a:xfrm>
            <a:off x="3907461" y="5943770"/>
            <a:ext cx="278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latin typeface="Avenir Book" panose="02000503020000020003" pitchFamily="2" charset="0"/>
              </a:rPr>
              <a:t>Order Transaction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630D99-404F-CD21-BE72-024E63F0A0F8}"/>
              </a:ext>
            </a:extLst>
          </p:cNvPr>
          <p:cNvSpPr/>
          <p:nvPr/>
        </p:nvSpPr>
        <p:spPr>
          <a:xfrm>
            <a:off x="7200597" y="1892595"/>
            <a:ext cx="4761031" cy="40114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fc_id</a:t>
            </a:r>
            <a: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fc_release_to_mfg_date</a:t>
            </a:r>
            <a: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fc_release_to_mfg_count</a:t>
            </a:r>
            <a: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fc_arrival_from_mfg_date</a:t>
            </a:r>
            <a: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fc_arrival_from_mfg_count</a:t>
            </a:r>
            <a: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fc_inspection_date</a:t>
            </a:r>
            <a: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fc_mfg_facility_id</a:t>
            </a:r>
            <a: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fc_release_to_shipment_date</a:t>
            </a:r>
            <a:b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mfg_facility_id</a:t>
            </a:r>
            <a:endParaRPr lang="en-IN" sz="1600" b="1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to_mfg_facility_arrival_date</a:t>
            </a:r>
            <a: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from_mfg_facility_departure_date</a:t>
            </a:r>
            <a: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mfg_facility_input_count</a:t>
            </a:r>
            <a: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mfg_facility_output_count</a:t>
            </a:r>
            <a:b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mfg_facility_backlog_count</a:t>
            </a:r>
            <a:r>
              <a:rPr lang="en-IN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mfg_facility_product_capability_count</a:t>
            </a:r>
            <a:endParaRPr lang="en-IN" sz="1600" b="1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B2015A-8B1B-07F9-9A8D-D144C9C2BD8C}"/>
              </a:ext>
            </a:extLst>
          </p:cNvPr>
          <p:cNvSpPr txBox="1"/>
          <p:nvPr/>
        </p:nvSpPr>
        <p:spPr>
          <a:xfrm>
            <a:off x="8167003" y="5943770"/>
            <a:ext cx="278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latin typeface="Avenir Book" panose="02000503020000020003" pitchFamily="2" charset="0"/>
              </a:rPr>
              <a:t>Order Fulfillment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050642-A89F-7BB2-D8CE-3F441EB5B650}"/>
              </a:ext>
            </a:extLst>
          </p:cNvPr>
          <p:cNvSpPr/>
          <p:nvPr/>
        </p:nvSpPr>
        <p:spPr>
          <a:xfrm>
            <a:off x="1009848" y="4171002"/>
            <a:ext cx="2592002" cy="17350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rder_id</a:t>
            </a:r>
            <a:endParaRPr lang="en-IN" sz="1600" b="1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shipment_date</a:t>
            </a:r>
            <a:endParaRPr lang="en-IN" sz="1600" b="1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invoice_number</a:t>
            </a:r>
            <a:endParaRPr lang="en-IN" sz="1600" b="1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shipment_from_city</a:t>
            </a:r>
            <a:endParaRPr lang="en-IN" sz="1600" b="1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shipment_to_city</a:t>
            </a:r>
            <a:endParaRPr lang="en-IN" sz="1600" b="1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invoice_amount</a:t>
            </a:r>
            <a:endParaRPr lang="en-IN" sz="1600" b="1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9967CF-E0E7-C651-0556-50DA6EF19E68}"/>
              </a:ext>
            </a:extLst>
          </p:cNvPr>
          <p:cNvSpPr txBox="1"/>
          <p:nvPr/>
        </p:nvSpPr>
        <p:spPr>
          <a:xfrm>
            <a:off x="739537" y="5943770"/>
            <a:ext cx="278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latin typeface="Avenir Book" panose="02000503020000020003" pitchFamily="2" charset="0"/>
              </a:rPr>
              <a:t>Order Shipment</a:t>
            </a:r>
          </a:p>
        </p:txBody>
      </p:sp>
    </p:spTree>
    <p:extLst>
      <p:ext uri="{BB962C8B-B14F-4D97-AF65-F5344CB8AC3E}">
        <p14:creationId xmlns:p14="http://schemas.microsoft.com/office/powerpoint/2010/main" val="3137064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1790B-5442-CE48-A9B7-42E7F125A07F}"/>
              </a:ext>
            </a:extLst>
          </p:cNvPr>
          <p:cNvSpPr txBox="1">
            <a:spLocks/>
          </p:cNvSpPr>
          <p:nvPr/>
        </p:nvSpPr>
        <p:spPr>
          <a:xfrm>
            <a:off x="920290" y="457200"/>
            <a:ext cx="10433510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b="1" dirty="0">
                <a:solidFill>
                  <a:srgbClr val="FF9300"/>
                </a:solidFill>
              </a:rPr>
              <a:t>Set 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AF94F-6CB3-2748-947E-91382D24F7FB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25568FC-346A-7F45-8414-478BF801A765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B81FF0-9797-664F-9902-DBFEAE622794}"/>
              </a:ext>
            </a:extLst>
          </p:cNvPr>
          <p:cNvSpPr txBox="1"/>
          <p:nvPr/>
        </p:nvSpPr>
        <p:spPr>
          <a:xfrm>
            <a:off x="920290" y="1727200"/>
            <a:ext cx="10614263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Create 3 tables as follows: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Order_shipment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 –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Dist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 Key: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order_id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, Primary Key: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order_id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,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Dist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 Style: EVEN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Order_transaction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 -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Dist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 Key: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order_id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, Primary Key: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order_id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,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Dist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 Style: KEY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Order_fulfillment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 -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Dist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 Key: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fc_id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, Primary Key: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fc_id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,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Dist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 Style: KEY  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Load the tables using the files (COPY command).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Check load status every 2 mins.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Check the size of each table.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Check distribution of slice.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Confirm DISTKEY, SORTKEY and DISTSTYLE using metadata table.</a:t>
            </a:r>
          </a:p>
        </p:txBody>
      </p:sp>
    </p:spTree>
    <p:extLst>
      <p:ext uri="{BB962C8B-B14F-4D97-AF65-F5344CB8AC3E}">
        <p14:creationId xmlns:p14="http://schemas.microsoft.com/office/powerpoint/2010/main" val="3065237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1790B-5442-CE48-A9B7-42E7F125A07F}"/>
              </a:ext>
            </a:extLst>
          </p:cNvPr>
          <p:cNvSpPr txBox="1">
            <a:spLocks/>
          </p:cNvSpPr>
          <p:nvPr/>
        </p:nvSpPr>
        <p:spPr>
          <a:xfrm>
            <a:off x="1009848" y="459422"/>
            <a:ext cx="10311809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b="1" dirty="0">
                <a:solidFill>
                  <a:srgbClr val="FF9300"/>
                </a:solidFill>
              </a:rPr>
              <a:t>Pre-tuning Step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AF94F-6CB3-2748-947E-91382D24F7FB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25568FC-346A-7F45-8414-478BF801A765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B81FF0-9797-664F-9902-DBFEAE622794}"/>
              </a:ext>
            </a:extLst>
          </p:cNvPr>
          <p:cNvSpPr txBox="1"/>
          <p:nvPr/>
        </p:nvSpPr>
        <p:spPr>
          <a:xfrm>
            <a:off x="866908" y="1776048"/>
            <a:ext cx="10900144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Perform dimensional modelling, if necessary.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Load newly created tables from dimensional modelling, if it was done in step 1 above. Has to be done from table to table using SQL statements.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Following are 1</a:t>
            </a:r>
            <a:r>
              <a:rPr lang="en-US" sz="2200" baseline="30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st</a:t>
            </a:r>
            <a:r>
              <a:rPr lang="en-US" sz="22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 set of queries: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Get all orders of a customer that are more than 2 yrs old and less than 8 yrs.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What is the range of discount that customers are getting. How are they related to credit rating.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Which country places the most orders. This must be retrieved from last years data.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What is the avg credit rating of customers country-wise.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What is the avg. shipment time in days for premium customers.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What is the avg. shipment time between all source and destination cities.</a:t>
            </a:r>
          </a:p>
        </p:txBody>
      </p:sp>
    </p:spTree>
    <p:extLst>
      <p:ext uri="{BB962C8B-B14F-4D97-AF65-F5344CB8AC3E}">
        <p14:creationId xmlns:p14="http://schemas.microsoft.com/office/powerpoint/2010/main" val="234984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FE951-3740-014C-CDD6-566792554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68E42EF-927F-199E-F910-5AFEA9C895D0}"/>
              </a:ext>
            </a:extLst>
          </p:cNvPr>
          <p:cNvSpPr txBox="1">
            <a:spLocks/>
          </p:cNvSpPr>
          <p:nvPr/>
        </p:nvSpPr>
        <p:spPr>
          <a:xfrm>
            <a:off x="1041991" y="457200"/>
            <a:ext cx="10311809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b="1" dirty="0">
                <a:solidFill>
                  <a:srgbClr val="FF9300"/>
                </a:solidFill>
              </a:rPr>
              <a:t>Pre-tuning Step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A40AD-5F02-0B17-2FEB-E128C538D297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13C0ED1-07C4-A6E7-14C3-6C2D195FCE07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8EC7A7-C9EB-3782-0500-EC30C3F534AF}"/>
              </a:ext>
            </a:extLst>
          </p:cNvPr>
          <p:cNvSpPr txBox="1"/>
          <p:nvPr/>
        </p:nvSpPr>
        <p:spPr>
          <a:xfrm>
            <a:off x="866908" y="1531143"/>
            <a:ext cx="1090014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Continuing 1</a:t>
            </a:r>
            <a:r>
              <a:rPr lang="en-US" sz="2200" baseline="30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st</a:t>
            </a:r>
            <a:r>
              <a:rPr lang="en-US" sz="22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 set of queries: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What is the avg. lead time between order and shipment. Lead time = order date - shipment date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Is there mismatch between customer city and source shipment city. If yes, fix it. Order Transaction is the source of truth.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Is the lead time related to order amount.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Find top 20 states that have the highest premium customers.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Following are 2</a:t>
            </a:r>
            <a:r>
              <a:rPr lang="en-US" sz="2200" baseline="30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nd</a:t>
            </a:r>
            <a:r>
              <a:rPr lang="en-US" sz="22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 set of queries: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Sort manufacturing centers in order of best to least delivery time (depart dt – arrival dt).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Sort fulfillment centers in descending order of backlog.	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FC backlog = for the same date (release to mfg. count – arrival from mfg. count)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Which FC has the highest inspection.</a:t>
            </a:r>
          </a:p>
        </p:txBody>
      </p:sp>
    </p:spTree>
    <p:extLst>
      <p:ext uri="{BB962C8B-B14F-4D97-AF65-F5344CB8AC3E}">
        <p14:creationId xmlns:p14="http://schemas.microsoft.com/office/powerpoint/2010/main" val="2080348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BB7F1-9652-752D-14DF-5445D47F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38A566D-74EB-6DB9-EB1B-1D034F2941E0}"/>
              </a:ext>
            </a:extLst>
          </p:cNvPr>
          <p:cNvSpPr txBox="1">
            <a:spLocks/>
          </p:cNvSpPr>
          <p:nvPr/>
        </p:nvSpPr>
        <p:spPr>
          <a:xfrm>
            <a:off x="1041991" y="457200"/>
            <a:ext cx="10311809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b="1" dirty="0">
                <a:solidFill>
                  <a:srgbClr val="FF9300"/>
                </a:solidFill>
              </a:rPr>
              <a:t>Pre-tuning Step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BF29C-E31F-503F-D163-31FF8476EDF6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168A650-62D7-0486-5D67-177728CBE3C4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1FC0E0-4F1E-D3DF-DA3C-933C0311DD4B}"/>
              </a:ext>
            </a:extLst>
          </p:cNvPr>
          <p:cNvSpPr txBox="1"/>
          <p:nvPr/>
        </p:nvSpPr>
        <p:spPr>
          <a:xfrm>
            <a:off x="866908" y="1531143"/>
            <a:ext cx="1090014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Continuing 2</a:t>
            </a:r>
            <a:r>
              <a:rPr lang="en-US" sz="2200" baseline="30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nd</a:t>
            </a:r>
            <a:r>
              <a:rPr lang="en-US" sz="22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 set of queries: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What is the avg. delay between FC release date and mfg. facility arrival days.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Which FC have released the most orders last year and to which mfg. facility.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Match the reported backlog count (</a:t>
            </a:r>
            <a:r>
              <a:rPr lang="en-IN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mfg_facility_backlog_count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) as opposed to actual (</a:t>
            </a:r>
            <a:r>
              <a:rPr lang="en-IN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mfg_facility_input_count</a:t>
            </a:r>
            <a:r>
              <a:rPr lang="en-IN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 - </a:t>
            </a:r>
            <a:r>
              <a:rPr lang="en-IN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mfg_facility_output_count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) backlog count for each mfg. facility.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List top 25 mfg. facility for their capability.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Is the backlog count related to diverse capabilities.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3">
                  <a:lumMod val="75000"/>
                </a:schemeClr>
              </a:solidFill>
              <a:latin typeface="Avenir" panose="02000503020000020003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72687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48B82-9465-1693-F700-C9FC7190C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8E203C0-E12E-40AE-DE49-84855D7976E7}"/>
              </a:ext>
            </a:extLst>
          </p:cNvPr>
          <p:cNvSpPr txBox="1">
            <a:spLocks/>
          </p:cNvSpPr>
          <p:nvPr/>
        </p:nvSpPr>
        <p:spPr>
          <a:xfrm>
            <a:off x="1041991" y="457200"/>
            <a:ext cx="10311809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b="1" dirty="0">
                <a:solidFill>
                  <a:srgbClr val="FF9300"/>
                </a:solidFill>
              </a:rPr>
              <a:t>Pre-tuning Step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35738-D00A-8996-80F1-CED7B55F69D4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D9BBA6C-2F51-99ED-10D7-4A2003FFDE2E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284B30-DBEB-FAA2-2660-4C6C1789DE13}"/>
              </a:ext>
            </a:extLst>
          </p:cNvPr>
          <p:cNvSpPr txBox="1"/>
          <p:nvPr/>
        </p:nvSpPr>
        <p:spPr>
          <a:xfrm>
            <a:off x="866908" y="1531143"/>
            <a:ext cx="10900144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Benchmark the queries.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Complete dimensional modelling.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Load the new tables.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Execute each query and note the timing.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Set SLA and priority.</a:t>
            </a:r>
          </a:p>
        </p:txBody>
      </p:sp>
    </p:spTree>
    <p:extLst>
      <p:ext uri="{BB962C8B-B14F-4D97-AF65-F5344CB8AC3E}">
        <p14:creationId xmlns:p14="http://schemas.microsoft.com/office/powerpoint/2010/main" val="2027916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EC8EC-5D62-D01E-D9E8-767B8440E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2F3AE2A-36D6-648A-C87D-5868B8289CE0}"/>
              </a:ext>
            </a:extLst>
          </p:cNvPr>
          <p:cNvSpPr txBox="1">
            <a:spLocks/>
          </p:cNvSpPr>
          <p:nvPr/>
        </p:nvSpPr>
        <p:spPr>
          <a:xfrm>
            <a:off x="1041991" y="457200"/>
            <a:ext cx="10311809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b="1" dirty="0">
                <a:solidFill>
                  <a:srgbClr val="FF9300"/>
                </a:solidFill>
              </a:rPr>
              <a:t>Tuning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3D21B-1E92-06E6-BC45-9CF740616702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8E06E9F-09E1-056F-54D8-4DEFE0235FCC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26D1D5-C832-5BBF-C938-B28451FE2421}"/>
              </a:ext>
            </a:extLst>
          </p:cNvPr>
          <p:cNvSpPr txBox="1"/>
          <p:nvPr/>
        </p:nvSpPr>
        <p:spPr>
          <a:xfrm>
            <a:off x="866908" y="1780347"/>
            <a:ext cx="1090014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Tune the queries: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Check EXPLAIN output. Check all operators, system joins etc.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Try to map EXPLAIN output with SVL_QUERY_SUMMARY.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Check Stream, Segment and Step for the queries to find bottleneck.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Run VACUUM, ANALYZE.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Use different system tables.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Change SORT KEY, DIST KEY, DIST STYLE etc.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Create different tables with different structure (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distkey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,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sortkey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 etc.) to check query execution time.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Once you decide with new structure perform the above exercise again.</a:t>
            </a:r>
          </a:p>
        </p:txBody>
      </p:sp>
    </p:spTree>
    <p:extLst>
      <p:ext uri="{BB962C8B-B14F-4D97-AF65-F5344CB8AC3E}">
        <p14:creationId xmlns:p14="http://schemas.microsoft.com/office/powerpoint/2010/main" val="3179722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650AF-24A2-944A-1C42-D50075D75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C3E3407-A13E-6954-3705-BD6B3F3D453F}"/>
              </a:ext>
            </a:extLst>
          </p:cNvPr>
          <p:cNvSpPr txBox="1">
            <a:spLocks/>
          </p:cNvSpPr>
          <p:nvPr/>
        </p:nvSpPr>
        <p:spPr>
          <a:xfrm>
            <a:off x="739537" y="457200"/>
            <a:ext cx="10614263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b="1" dirty="0">
                <a:solidFill>
                  <a:srgbClr val="FF9300"/>
                </a:solidFill>
              </a:rPr>
              <a:t>Source Dataset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35F7B-1210-E873-1881-C2766155341C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C2BED8A-F70A-DEFB-4B68-0B44924FA019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F99351-B400-8CC2-3D15-BAEDF6950C2C}"/>
              </a:ext>
            </a:extLst>
          </p:cNvPr>
          <p:cNvSpPr txBox="1"/>
          <p:nvPr/>
        </p:nvSpPr>
        <p:spPr>
          <a:xfrm>
            <a:off x="920292" y="1588977"/>
            <a:ext cx="334336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2F92"/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Financial Data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Format – CSV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Total Data Size – 25 GB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Total no. of files – 16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Total queries – 10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3">
                  <a:lumMod val="75000"/>
                </a:schemeClr>
              </a:solidFill>
              <a:latin typeface="Avenir" panose="02000503020000020003" pitchFamily="2" charset="0"/>
              <a:ea typeface="Batang" panose="02030600000101010101" pitchFamily="18" charset="-127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C43CDD-09EF-34CE-4C32-1035C042AE61}"/>
              </a:ext>
            </a:extLst>
          </p:cNvPr>
          <p:cNvSpPr/>
          <p:nvPr/>
        </p:nvSpPr>
        <p:spPr>
          <a:xfrm>
            <a:off x="5925867" y="1616444"/>
            <a:ext cx="2262380" cy="17491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account_id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customer_id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</a:t>
            </a: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currency_code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acc_opening_date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EABA1-9452-776F-DC4C-C07B9737C422}"/>
              </a:ext>
            </a:extLst>
          </p:cNvPr>
          <p:cNvSpPr txBox="1"/>
          <p:nvPr/>
        </p:nvSpPr>
        <p:spPr>
          <a:xfrm>
            <a:off x="5664192" y="5791172"/>
            <a:ext cx="278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latin typeface="Avenir Book" panose="02000503020000020003" pitchFamily="2" charset="0"/>
              </a:rPr>
              <a:t>Transaction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BC32DD-9523-AD89-658C-36083B5F8041}"/>
              </a:ext>
            </a:extLst>
          </p:cNvPr>
          <p:cNvSpPr/>
          <p:nvPr/>
        </p:nvSpPr>
        <p:spPr>
          <a:xfrm>
            <a:off x="8635992" y="1616444"/>
            <a:ext cx="2262380" cy="40114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customer_id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last_name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</a:t>
            </a: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phone_number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date_of_birth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gender</a:t>
            </a: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national_id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address_line_1</a:t>
            </a:r>
          </a:p>
          <a:p>
            <a:r>
              <a:rPr lang="en-IN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address_line_2</a:t>
            </a:r>
          </a:p>
          <a:p>
            <a:r>
              <a:rPr lang="en-IN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city</a:t>
            </a:r>
          </a:p>
          <a:p>
            <a:r>
              <a:rPr lang="en-IN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country</a:t>
            </a: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postal_code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created_at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updated_at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FED62-CC75-8F23-A2BF-8985F100010E}"/>
              </a:ext>
            </a:extLst>
          </p:cNvPr>
          <p:cNvSpPr txBox="1"/>
          <p:nvPr/>
        </p:nvSpPr>
        <p:spPr>
          <a:xfrm>
            <a:off x="8374317" y="5656639"/>
            <a:ext cx="278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latin typeface="Avenir Book" panose="02000503020000020003" pitchFamily="2" charset="0"/>
              </a:rPr>
              <a:t>Customer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D30D72-CA7F-66F9-0AE8-C12CA2B2D438}"/>
              </a:ext>
            </a:extLst>
          </p:cNvPr>
          <p:cNvSpPr/>
          <p:nvPr/>
        </p:nvSpPr>
        <p:spPr>
          <a:xfrm>
            <a:off x="5925867" y="3868922"/>
            <a:ext cx="2262380" cy="1933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transaction_id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src_account_id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dest_account_id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amount</a:t>
            </a: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currency_code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transaction_date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tran_status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88CAA7-E397-8C56-8209-5DB89F1278AF}"/>
              </a:ext>
            </a:extLst>
          </p:cNvPr>
          <p:cNvSpPr txBox="1"/>
          <p:nvPr/>
        </p:nvSpPr>
        <p:spPr>
          <a:xfrm>
            <a:off x="654491" y="5791172"/>
            <a:ext cx="278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latin typeface="Avenir Book" panose="02000503020000020003" pitchFamily="2" charset="0"/>
              </a:rPr>
              <a:t>Ledger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206339-2FDA-AE54-22EA-479FE3845CB5}"/>
              </a:ext>
            </a:extLst>
          </p:cNvPr>
          <p:cNvSpPr txBox="1"/>
          <p:nvPr/>
        </p:nvSpPr>
        <p:spPr>
          <a:xfrm>
            <a:off x="5664192" y="3365057"/>
            <a:ext cx="278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latin typeface="Avenir Book" panose="02000503020000020003" pitchFamily="2" charset="0"/>
              </a:rPr>
              <a:t>SB Account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4294BB-E88F-88D3-D0E9-303A286BE246}"/>
              </a:ext>
            </a:extLst>
          </p:cNvPr>
          <p:cNvSpPr/>
          <p:nvPr/>
        </p:nvSpPr>
        <p:spPr>
          <a:xfrm>
            <a:off x="1029574" y="4091956"/>
            <a:ext cx="1988533" cy="1698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ledger_id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transaction_id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account_id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ledger_type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amount</a:t>
            </a: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entry_date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A5E4F9-1958-7AF7-3DDB-FFBD192C61E0}"/>
              </a:ext>
            </a:extLst>
          </p:cNvPr>
          <p:cNvSpPr/>
          <p:nvPr/>
        </p:nvSpPr>
        <p:spPr>
          <a:xfrm>
            <a:off x="3253545" y="3694912"/>
            <a:ext cx="2448450" cy="20956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loan_id</a:t>
            </a:r>
            <a:br>
              <a:rPr lang="en-IN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customer_id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loan_type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principal_amount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interest_rate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term_month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start_date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end_date</a:t>
            </a:r>
            <a:endParaRPr lang="en-IN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018BF7-B771-5C0C-732B-307CE96EEB13}"/>
              </a:ext>
            </a:extLst>
          </p:cNvPr>
          <p:cNvSpPr txBox="1"/>
          <p:nvPr/>
        </p:nvSpPr>
        <p:spPr>
          <a:xfrm>
            <a:off x="3047102" y="5791821"/>
            <a:ext cx="278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latin typeface="Avenir Book" panose="02000503020000020003" pitchFamily="2" charset="0"/>
              </a:rPr>
              <a:t>Loan Account</a:t>
            </a:r>
          </a:p>
        </p:txBody>
      </p:sp>
    </p:spTree>
    <p:extLst>
      <p:ext uri="{BB962C8B-B14F-4D97-AF65-F5344CB8AC3E}">
        <p14:creationId xmlns:p14="http://schemas.microsoft.com/office/powerpoint/2010/main" val="3571526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9417F-FE32-6040-5B94-ADB5BD883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001A596-BD2B-A3D3-D99F-41E86AD0990B}"/>
              </a:ext>
            </a:extLst>
          </p:cNvPr>
          <p:cNvSpPr txBox="1">
            <a:spLocks/>
          </p:cNvSpPr>
          <p:nvPr/>
        </p:nvSpPr>
        <p:spPr>
          <a:xfrm>
            <a:off x="1009848" y="459422"/>
            <a:ext cx="10311809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b="1" dirty="0">
                <a:solidFill>
                  <a:srgbClr val="FF9300"/>
                </a:solidFill>
              </a:rPr>
              <a:t>Business Statements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64A7F-8872-9325-B4D8-AE9C39C3A1AB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954ABC-5666-5322-3885-84FD25D41789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E2F1F5-0D85-B7B4-CF0F-9A24C7499D50}"/>
              </a:ext>
            </a:extLst>
          </p:cNvPr>
          <p:cNvSpPr txBox="1"/>
          <p:nvPr/>
        </p:nvSpPr>
        <p:spPr>
          <a:xfrm>
            <a:off x="866908" y="1637825"/>
            <a:ext cx="10900144" cy="4170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Find the top 5 customers with most transactions in the last 5 years.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How many customers that have taken loan already holds account.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Find customers with account more than 5 years.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Which currency has the highest failed and completed transactions.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Find the top 10 transactions (in amount). Which cities those belong to.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Which country spends the most on expenses. List top 25 highest income countries.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Find country-wise loan distribution.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Find the money in equity for individual countries.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Which age group takes the highest loan and which type of loan.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What is the most used currency internationally (based on ledger). Currency should match customer’s country.</a:t>
            </a:r>
          </a:p>
        </p:txBody>
      </p:sp>
    </p:spTree>
    <p:extLst>
      <p:ext uri="{BB962C8B-B14F-4D97-AF65-F5344CB8AC3E}">
        <p14:creationId xmlns:p14="http://schemas.microsoft.com/office/powerpoint/2010/main" val="337208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FC0993-D63D-D082-7FC2-92652B778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95223" y="614665"/>
            <a:ext cx="6482080" cy="3891280"/>
          </a:xfrm>
        </p:spPr>
        <p:txBody>
          <a:bodyPr anchor="ctr"/>
          <a:lstStyle/>
          <a:p>
            <a:r>
              <a:rPr lang="en-US" sz="6600" b="1" dirty="0">
                <a:latin typeface="Avenir" panose="02000503020000020003" pitchFamily="2" charset="0"/>
              </a:rPr>
              <a:t>Thank you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C997839-F955-8ED7-6CE7-0718472C5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5224" y="2243435"/>
            <a:ext cx="6482079" cy="1996696"/>
          </a:xfrm>
        </p:spPr>
        <p:txBody>
          <a:bodyPr anchor="ctr"/>
          <a:lstStyle/>
          <a:p>
            <a:r>
              <a:rPr lang="en-US" dirty="0">
                <a:latin typeface="Avenir" panose="02000503020000020003" pitchFamily="2" charset="0"/>
              </a:rPr>
              <a:t>www.3aayaam.in</a:t>
            </a:r>
          </a:p>
        </p:txBody>
      </p:sp>
      <p:pic>
        <p:nvPicPr>
          <p:cNvPr id="8" name="Picture 7" descr="A group of people standing next to a computer&#10;&#10;AI-generated content may be incorrect.">
            <a:extLst>
              <a:ext uri="{FF2B5EF4-FFF2-40B4-BE49-F238E27FC236}">
                <a16:creationId xmlns:a16="http://schemas.microsoft.com/office/drawing/2014/main" id="{7D9A41A3-CBB8-8F33-AE9B-11B9A5E21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13" y="1365250"/>
            <a:ext cx="6051461" cy="437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81715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rand Strategy">
      <a:dk1>
        <a:srgbClr val="000000"/>
      </a:dk1>
      <a:lt1>
        <a:srgbClr val="FFFFFF"/>
      </a:lt1>
      <a:dk2>
        <a:srgbClr val="605E5D"/>
      </a:dk2>
      <a:lt2>
        <a:srgbClr val="F3F3F2"/>
      </a:lt2>
      <a:accent1>
        <a:srgbClr val="E1D5BD"/>
      </a:accent1>
      <a:accent2>
        <a:srgbClr val="F19E17"/>
      </a:accent2>
      <a:accent3>
        <a:srgbClr val="054E9D"/>
      </a:accent3>
      <a:accent4>
        <a:srgbClr val="E43728"/>
      </a:accent4>
      <a:accent5>
        <a:srgbClr val="037A40"/>
      </a:accent5>
      <a:accent6>
        <a:srgbClr val="B7894E"/>
      </a:accent6>
      <a:hlink>
        <a:srgbClr val="46B2B5"/>
      </a:hlink>
      <a:folHlink>
        <a:srgbClr val="A46694"/>
      </a:folHlink>
    </a:clrScheme>
    <a:fontScheme name="Custom 114">
      <a:majorFont>
        <a:latin typeface="Batang"/>
        <a:ea typeface=""/>
        <a:cs typeface=""/>
      </a:majorFont>
      <a:minorFont>
        <a:latin typeface="Batang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7530480_Win32_SL_V6" id="{5EFE515C-3270-40FF-9253-BCB6B949C23B}" vid="{DC137CA2-349F-49AE-B971-0990EDAC041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67A578C-4F08-45DA-B271-6EA481CF1F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8812E3-3662-426A-9954-7C309410CD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E57912-989C-4151-BEDE-679CD0C1293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Words>1182</Words>
  <Application>Microsoft Macintosh PowerPoint</Application>
  <PresentationFormat>Widescreen</PresentationFormat>
  <Paragraphs>160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Avenir</vt:lpstr>
      <vt:lpstr>Avenir Book</vt:lpstr>
      <vt:lpstr>Calibri</vt:lpstr>
      <vt:lpstr>Courier New</vt:lpstr>
      <vt:lpstr>Gill Sans MT</vt:lpstr>
      <vt:lpstr>Badge</vt:lpstr>
      <vt:lpstr>Project 5 Performance Tuning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Strategy</dc:title>
  <cp:lastModifiedBy>deep.content2208@gmail.com</cp:lastModifiedBy>
  <cp:revision>109</cp:revision>
  <dcterms:created xsi:type="dcterms:W3CDTF">2024-01-28T18:13:12Z</dcterms:created>
  <dcterms:modified xsi:type="dcterms:W3CDTF">2025-03-20T20:08:36Z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